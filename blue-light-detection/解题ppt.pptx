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高速路高清摄像头蓝光检测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人工智能目标检测 + HSV 蓝光分割 + 车辆关联匹配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任务理解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输入：高速公路监控图像/视频流</a:t>
            </a:r>
          </a:p>
          <a:p>
            <a:pPr>
              <a:defRPr sz="2400"/>
            </a:pPr>
            <a:r>
              <a:t>目标：检测车辆蓝光区域并定位来源</a:t>
            </a:r>
          </a:p>
          <a:p>
            <a:pPr>
              <a:defRPr sz="2400"/>
            </a:pPr>
            <a:r>
              <a:t>难点：夜间、隧道、雨天反光、路灯路牌干扰</a:t>
            </a:r>
          </a:p>
          <a:p>
            <a:pPr>
              <a:defRPr sz="2400"/>
            </a:pPr>
            <a:r>
              <a:t>输出：车辆框、蓝光框、来源标签和统计信息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总体方案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图像预处理：高斯去噪 + CLAHE 亮度增强</a:t>
            </a:r>
          </a:p>
          <a:p>
            <a:pPr>
              <a:defRPr sz="2400"/>
            </a:pPr>
            <a:r>
              <a:t>蓝光分割：HSV 自适应阈值</a:t>
            </a:r>
          </a:p>
          <a:p>
            <a:pPr>
              <a:defRPr sz="2400"/>
            </a:pPr>
            <a:r>
              <a:t>形态学去噪：开/闭运算 + 面积过滤</a:t>
            </a:r>
          </a:p>
          <a:p>
            <a:pPr>
              <a:defRPr sz="2400"/>
            </a:pPr>
            <a:r>
              <a:t>车辆检测：YOLOv8n 轻量检测</a:t>
            </a:r>
          </a:p>
          <a:p>
            <a:pPr>
              <a:defRPr sz="2400"/>
            </a:pPr>
            <a:r>
              <a:t>关联匹配：蓝光区域落入车辆框比例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核心算法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HSV 蓝光范围：H=85~135</a:t>
            </a:r>
          </a:p>
          <a:p>
            <a:pPr>
              <a:defRPr sz="2400"/>
            </a:pPr>
            <a:r>
              <a:t>自适应阈值：V_min=max(120,P75(V))</a:t>
            </a:r>
          </a:p>
          <a:p>
            <a:pPr>
              <a:defRPr sz="2400"/>
            </a:pPr>
            <a:r>
              <a:t>车辆类别：car / motorcycle / bus / truck</a:t>
            </a:r>
          </a:p>
          <a:p>
            <a:pPr>
              <a:defRPr sz="2400"/>
            </a:pPr>
            <a:r>
              <a:t>关联阈值：蓝光包含比例 &gt;= 0.45</a:t>
            </a:r>
          </a:p>
          <a:p>
            <a:pPr>
              <a:defRPr sz="2400"/>
            </a:pPr>
            <a:r>
              <a:t>来源分类：左灯、右灯、车牌附近、车身反光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干扰过滤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路牌蓝光：不在车辆框内，过滤</a:t>
            </a:r>
          </a:p>
          <a:p>
            <a:pPr>
              <a:defRPr sz="2400"/>
            </a:pPr>
            <a:r>
              <a:t>路灯蓝光：位置高且无车辆关联，过滤</a:t>
            </a:r>
          </a:p>
          <a:p>
            <a:pPr>
              <a:defRPr sz="2400"/>
            </a:pPr>
            <a:r>
              <a:t>路面反光：面积小或车辆包含比例低，过滤</a:t>
            </a:r>
          </a:p>
          <a:p>
            <a:pPr>
              <a:defRPr sz="2400"/>
            </a:pPr>
            <a:r>
              <a:t>雨天镜面反光：结合形态学与空间关联降低误检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代码结构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main.py：图片/视频入口与可视化输出</a:t>
            </a:r>
          </a:p>
          <a:p>
            <a:pPr>
              <a:defRPr sz="2400"/>
            </a:pPr>
            <a:r>
              <a:t>detector.py：YOLOv8n 检测与传统回退检测</a:t>
            </a:r>
          </a:p>
          <a:p>
            <a:pPr>
              <a:defRPr sz="2400"/>
            </a:pPr>
            <a:r>
              <a:t>blue_light.py：预处理、分割、区域提取、关联</a:t>
            </a:r>
          </a:p>
          <a:p>
            <a:pPr>
              <a:defRPr sz="2400"/>
            </a:pPr>
            <a:r>
              <a:t>utils.py：Box、IoU、包含比例、来源分类</a:t>
            </a:r>
          </a:p>
          <a:p>
            <a:pPr>
              <a:defRPr sz="2400"/>
            </a:pPr>
            <a:r>
              <a:t>requirements.txt：依赖说明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结果与结论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输出统计：总车辆数、含蓝光车辆数量、蓝光区域数</a:t>
            </a:r>
          </a:p>
          <a:p>
            <a:pPr>
              <a:defRPr sz="2400"/>
            </a:pPr>
            <a:r>
              <a:t>红框：含蓝光车辆；绿框：普通车辆</a:t>
            </a:r>
          </a:p>
          <a:p>
            <a:pPr>
              <a:defRPr sz="2400"/>
            </a:pPr>
            <a:r>
              <a:t>蓝框：车辆相关蓝光；橙框：环境干扰</a:t>
            </a:r>
          </a:p>
          <a:p>
            <a:pPr>
              <a:defRPr sz="2400"/>
            </a:pPr>
            <a:r>
              <a:t>方案兼顾准确性、可解释性和轻量化部署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
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63" r:id="rId4"/>
    <p:sldId id="264" r:id="rId6"/>
    <p:sldId id="266" r:id="rId7"/>
    <p:sldId id="267" r:id="rId8"/>
    <p:sldId id="268" r:id="rId9"/>
    <p:sldId id="269" r:id="rId10"/>
    <p:sldId id="274" r:id="rId11"/>
    <p:sldId id="27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kechuying" initials="k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3.png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4" Type="http://schemas.openxmlformats.org/officeDocument/2006/relationships/tags" Target="../tags/tag10.xml"/><Relationship Id="rId13" Type="http://schemas.openxmlformats.org/officeDocument/2006/relationships/tags" Target="../tags/tag9.xml"/><Relationship Id="rId12" Type="http://schemas.openxmlformats.org/officeDocument/2006/relationships/tags" Target="../tags/tag8.xml"/><Relationship Id="rId11" Type="http://schemas.openxmlformats.org/officeDocument/2006/relationships/tags" Target="../tags/tag7.xml"/><Relationship Id="rId10" Type="http://schemas.openxmlformats.org/officeDocument/2006/relationships/tags" Target="../tags/tag6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jimeng-2025-10-09-8893-科技风宣传海报，主题“AI科技论坛大会”，深蓝色底色，细小点状纹理，流动光带 (...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0" y="857250"/>
            <a:ext cx="9144000" cy="51435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10800">
                <a:moveTo>
                  <a:pt x="0" y="0"/>
                </a:moveTo>
                <a:lnTo>
                  <a:pt x="19200" y="0"/>
                </a:lnTo>
                <a:lnTo>
                  <a:pt x="19200" y="10800"/>
                </a:lnTo>
                <a:lnTo>
                  <a:pt x="0" y="108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21" name="图片 20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>
            <a:alphaModFix amt="25000"/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10101" y="3034665"/>
            <a:ext cx="7543324" cy="218599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554605" y="3110389"/>
            <a:ext cx="4054793" cy="67628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V="1">
            <a:off x="3423285" y="3108008"/>
            <a:ext cx="2319338" cy="71914"/>
          </a:xfrm>
          <a:prstGeom prst="rect">
            <a:avLst/>
          </a:prstGeom>
        </p:spPr>
      </p:pic>
      <p:sp>
        <p:nvSpPr>
          <p:cNvPr id="24" name="菱形 23"/>
          <p:cNvSpPr/>
          <p:nvPr userDrawn="1">
            <p:custDataLst>
              <p:tags r:id="rId9"/>
            </p:custDataLst>
          </p:nvPr>
        </p:nvSpPr>
        <p:spPr>
          <a:xfrm flipV="1">
            <a:off x="633889" y="3135154"/>
            <a:ext cx="7896225" cy="16669"/>
          </a:xfrm>
          <a:prstGeom prst="diamond">
            <a:avLst/>
          </a:prstGeom>
          <a:gradFill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10000"/>
                </a:schemeClr>
              </a:gs>
              <a:gs pos="50000">
                <a:srgbClr val="FFFFFF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+mn-ea"/>
              <a:sym typeface="MiSans Normal" panose="00000500000000000000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6457950" y="5624513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3"/>
            </p:custDataLst>
          </p:nvPr>
        </p:nvSpPr>
        <p:spPr>
          <a:xfrm>
            <a:off x="1097756" y="1193006"/>
            <a:ext cx="6948488" cy="1915001"/>
          </a:xfrm>
        </p:spPr>
        <p:txBody>
          <a:bodyPr wrap="square" anchor="b" anchorCtr="0">
            <a:normAutofit/>
          </a:bodyPr>
          <a:lstStyle>
            <a:lvl1pPr algn="ctr">
              <a:lnSpc>
                <a:spcPct val="100000"/>
              </a:lnSpc>
              <a:defRPr sz="700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0">
                      <a:schemeClr val="accent1">
                        <a:lumMod val="5000"/>
                        <a:lumOff val="95000"/>
                      </a:schemeClr>
                    </a:gs>
                    <a:gs pos="0">
                      <a:schemeClr val="accent1">
                        <a:lumMod val="5000"/>
                        <a:lumOff val="95000"/>
                      </a:schemeClr>
                    </a:gs>
                    <a:gs pos="3500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0"/>
                </a:gradFill>
              </a:defRPr>
            </a:lvl1pPr>
          </a:lstStyle>
          <a:p>
            <a:r>
              <a:rPr lang="zh-CN" altLang="en-US" dirty="0"/>
              <a:t>单击编辑母版标题样式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14"/>
            </p:custDataLst>
          </p:nvPr>
        </p:nvSpPr>
        <p:spPr>
          <a:xfrm>
            <a:off x="1097756" y="3179445"/>
            <a:ext cx="6948488" cy="524828"/>
          </a:xfrm>
        </p:spPr>
        <p:txBody>
          <a:bodyPr wrap="square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17.xml"/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1" Type="http://schemas.openxmlformats.org/officeDocument/2006/relationships/theme" Target="../theme/theme2.xml"/><Relationship Id="rId10" Type="http://schemas.openxmlformats.org/officeDocument/2006/relationships/tags" Target="../tags/tag18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任意多边形 16"/>
          <p:cNvSpPr/>
          <p:nvPr userDrawn="1">
            <p:custDataLst>
              <p:tags r:id="rId2"/>
            </p:custDataLst>
          </p:nvPr>
        </p:nvSpPr>
        <p:spPr>
          <a:xfrm>
            <a:off x="0" y="857250"/>
            <a:ext cx="9144000" cy="514350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10800">
                <a:moveTo>
                  <a:pt x="0" y="0"/>
                </a:moveTo>
                <a:lnTo>
                  <a:pt x="19200" y="0"/>
                </a:lnTo>
                <a:lnTo>
                  <a:pt x="19200" y="10800"/>
                </a:lnTo>
                <a:lnTo>
                  <a:pt x="0" y="108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4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35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21970" y="1127250"/>
            <a:ext cx="8100000" cy="54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4"/>
            </p:custDataLst>
          </p:nvPr>
        </p:nvSpPr>
        <p:spPr>
          <a:xfrm>
            <a:off x="521970" y="1833562"/>
            <a:ext cx="8100000" cy="365521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5"/>
            </p:custDataLst>
          </p:nvPr>
        </p:nvSpPr>
        <p:spPr>
          <a:xfrm>
            <a:off x="521970" y="562451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6"/>
            </p:custDataLst>
          </p:nvPr>
        </p:nvSpPr>
        <p:spPr>
          <a:xfrm>
            <a:off x="3028950" y="562451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7"/>
            </p:custDataLst>
          </p:nvPr>
        </p:nvSpPr>
        <p:spPr>
          <a:xfrm>
            <a:off x="6565487" y="562451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 descr="jimeng-2025-10-09-8893-科技风宣传海报，主题“AI科技论坛大会”，深蓝色底色，细小点状纹理，流动光带 (..."/>
          <p:cNvPicPr>
            <a:picLocks noChangeAspect="1"/>
          </p:cNvPicPr>
          <p:nvPr userDrawn="1">
            <p:custDataLst>
              <p:tags r:id="rId8"/>
            </p:custDataLst>
          </p:nvPr>
        </p:nvPicPr>
        <p:blipFill>
          <a:blip r:embed="rId9" cstate="print">
            <a:alphaModFix amt="70000"/>
            <a:lum bright="18000"/>
          </a:blip>
          <a:srcRect/>
          <a:stretch>
            <a:fillRect/>
          </a:stretch>
        </p:blipFill>
        <p:spPr>
          <a:xfrm>
            <a:off x="7846219" y="857250"/>
            <a:ext cx="1297781" cy="630079"/>
          </a:xfrm>
          <a:prstGeom prst="rect">
            <a:avLst/>
          </a:prstGeom>
        </p:spPr>
      </p:pic>
      <p:sp>
        <p:nvSpPr>
          <p:cNvPr id="9" name="KSO_TEMPLATE" hidden="1"/>
          <p:cNvSpPr/>
          <p:nvPr userDrawn="1">
            <p:custDataLst>
              <p:tags r:id="rId10"/>
            </p:custDataLst>
          </p:nvPr>
        </p:nvSpPr>
        <p:spPr>
          <a:xfrm>
            <a:off x="0" y="85725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gradFill>
            <a:gsLst>
              <a:gs pos="0">
                <a:schemeClr val="tx1"/>
              </a:gs>
              <a:gs pos="0">
                <a:schemeClr val="accent1">
                  <a:lumMod val="5000"/>
                  <a:lumOff val="95000"/>
                </a:schemeClr>
              </a:gs>
              <a:gs pos="0">
                <a:schemeClr val="tx1"/>
              </a:gs>
              <a:gs pos="39000">
                <a:schemeClr val="tx1"/>
              </a:gs>
              <a:gs pos="100000">
                <a:schemeClr val="accent1"/>
              </a:gs>
            </a:gsLst>
            <a:lin ang="5400000" scaled="0"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8" Type="http://schemas.openxmlformats.org/officeDocument/2006/relationships/slideLayout" Target="../slideLayouts/slideLayout2.xml"/><Relationship Id="rId37" Type="http://schemas.openxmlformats.org/officeDocument/2006/relationships/tags" Target="../tags/tag52.xml"/><Relationship Id="rId36" Type="http://schemas.openxmlformats.org/officeDocument/2006/relationships/tags" Target="../tags/tag51.xml"/><Relationship Id="rId35" Type="http://schemas.openxmlformats.org/officeDocument/2006/relationships/tags" Target="../tags/tag50.xml"/><Relationship Id="rId34" Type="http://schemas.openxmlformats.org/officeDocument/2006/relationships/tags" Target="../tags/tag49.xml"/><Relationship Id="rId33" Type="http://schemas.openxmlformats.org/officeDocument/2006/relationships/tags" Target="../tags/tag48.xml"/><Relationship Id="rId32" Type="http://schemas.openxmlformats.org/officeDocument/2006/relationships/tags" Target="../tags/tag47.xml"/><Relationship Id="rId31" Type="http://schemas.openxmlformats.org/officeDocument/2006/relationships/image" Target="../media/image10.svg"/><Relationship Id="rId30" Type="http://schemas.openxmlformats.org/officeDocument/2006/relationships/image" Target="../media/image9.png"/><Relationship Id="rId3" Type="http://schemas.openxmlformats.org/officeDocument/2006/relationships/tags" Target="../tags/tag24.xml"/><Relationship Id="rId29" Type="http://schemas.openxmlformats.org/officeDocument/2006/relationships/tags" Target="../tags/tag46.xml"/><Relationship Id="rId28" Type="http://schemas.openxmlformats.org/officeDocument/2006/relationships/image" Target="../media/image8.svg"/><Relationship Id="rId27" Type="http://schemas.openxmlformats.org/officeDocument/2006/relationships/image" Target="../media/image7.png"/><Relationship Id="rId26" Type="http://schemas.openxmlformats.org/officeDocument/2006/relationships/tags" Target="../tags/tag45.xml"/><Relationship Id="rId25" Type="http://schemas.openxmlformats.org/officeDocument/2006/relationships/image" Target="../media/image6.svg"/><Relationship Id="rId24" Type="http://schemas.openxmlformats.org/officeDocument/2006/relationships/image" Target="../media/image5.png"/><Relationship Id="rId23" Type="http://schemas.openxmlformats.org/officeDocument/2006/relationships/tags" Target="../tags/tag44.xml"/><Relationship Id="rId22" Type="http://schemas.openxmlformats.org/officeDocument/2006/relationships/tags" Target="../tags/tag43.xml"/><Relationship Id="rId21" Type="http://schemas.openxmlformats.org/officeDocument/2006/relationships/tags" Target="../tags/tag42.xml"/><Relationship Id="rId20" Type="http://schemas.openxmlformats.org/officeDocument/2006/relationships/tags" Target="../tags/tag41.xml"/><Relationship Id="rId2" Type="http://schemas.openxmlformats.org/officeDocument/2006/relationships/tags" Target="../tags/tag23.xml"/><Relationship Id="rId19" Type="http://schemas.openxmlformats.org/officeDocument/2006/relationships/tags" Target="../tags/tag40.xml"/><Relationship Id="rId18" Type="http://schemas.openxmlformats.org/officeDocument/2006/relationships/tags" Target="../tags/tag39.xml"/><Relationship Id="rId17" Type="http://schemas.openxmlformats.org/officeDocument/2006/relationships/tags" Target="../tags/tag38.xml"/><Relationship Id="rId16" Type="http://schemas.openxmlformats.org/officeDocument/2006/relationships/tags" Target="../tags/tag37.xml"/><Relationship Id="rId15" Type="http://schemas.openxmlformats.org/officeDocument/2006/relationships/tags" Target="../tags/tag36.xml"/><Relationship Id="rId14" Type="http://schemas.openxmlformats.org/officeDocument/2006/relationships/tags" Target="../tags/tag35.xml"/><Relationship Id="rId13" Type="http://schemas.openxmlformats.org/officeDocument/2006/relationships/tags" Target="../tags/tag34.xml"/><Relationship Id="rId12" Type="http://schemas.openxmlformats.org/officeDocument/2006/relationships/tags" Target="../tags/tag33.xml"/><Relationship Id="rId11" Type="http://schemas.openxmlformats.org/officeDocument/2006/relationships/tags" Target="../tags/tag32.xml"/><Relationship Id="rId10" Type="http://schemas.openxmlformats.org/officeDocument/2006/relationships/tags" Target="../tags/tag31.xml"/><Relationship Id="rId1" Type="http://schemas.openxmlformats.org/officeDocument/2006/relationships/tags" Target="../tags/tag2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2.xml"/><Relationship Id="rId16" Type="http://schemas.openxmlformats.org/officeDocument/2006/relationships/tags" Target="../tags/tag68.xml"/><Relationship Id="rId15" Type="http://schemas.openxmlformats.org/officeDocument/2006/relationships/tags" Target="../tags/tag67.xml"/><Relationship Id="rId14" Type="http://schemas.openxmlformats.org/officeDocument/2006/relationships/tags" Target="../tags/tag66.xml"/><Relationship Id="rId13" Type="http://schemas.openxmlformats.org/officeDocument/2006/relationships/tags" Target="../tags/tag65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tags" Target="../tags/tag62.xml"/><Relationship Id="rId1" Type="http://schemas.openxmlformats.org/officeDocument/2006/relationships/tags" Target="../tags/tag53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75.xml"/><Relationship Id="rId8" Type="http://schemas.openxmlformats.org/officeDocument/2006/relationships/tags" Target="../tags/tag74.xml"/><Relationship Id="rId7" Type="http://schemas.openxmlformats.org/officeDocument/2006/relationships/tags" Target="../tags/tag73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4" Type="http://schemas.openxmlformats.org/officeDocument/2006/relationships/notesSlide" Target="../notesSlides/notesSlide3.xml"/><Relationship Id="rId43" Type="http://schemas.openxmlformats.org/officeDocument/2006/relationships/slideLayout" Target="../slideLayouts/slideLayout2.xml"/><Relationship Id="rId42" Type="http://schemas.openxmlformats.org/officeDocument/2006/relationships/tags" Target="../tags/tag100.xml"/><Relationship Id="rId41" Type="http://schemas.openxmlformats.org/officeDocument/2006/relationships/tags" Target="../tags/tag99.xml"/><Relationship Id="rId40" Type="http://schemas.openxmlformats.org/officeDocument/2006/relationships/image" Target="../media/image20.svg"/><Relationship Id="rId4" Type="http://schemas.openxmlformats.org/officeDocument/2006/relationships/tags" Target="../tags/tag72.xml"/><Relationship Id="rId39" Type="http://schemas.openxmlformats.org/officeDocument/2006/relationships/image" Target="../media/image19.png"/><Relationship Id="rId38" Type="http://schemas.openxmlformats.org/officeDocument/2006/relationships/tags" Target="../tags/tag98.xml"/><Relationship Id="rId37" Type="http://schemas.openxmlformats.org/officeDocument/2006/relationships/image" Target="../media/image18.svg"/><Relationship Id="rId36" Type="http://schemas.openxmlformats.org/officeDocument/2006/relationships/image" Target="../media/image17.png"/><Relationship Id="rId35" Type="http://schemas.openxmlformats.org/officeDocument/2006/relationships/tags" Target="../tags/tag97.xml"/><Relationship Id="rId34" Type="http://schemas.openxmlformats.org/officeDocument/2006/relationships/image" Target="../media/image16.svg"/><Relationship Id="rId33" Type="http://schemas.openxmlformats.org/officeDocument/2006/relationships/image" Target="../media/image15.png"/><Relationship Id="rId32" Type="http://schemas.openxmlformats.org/officeDocument/2006/relationships/tags" Target="../tags/tag96.xml"/><Relationship Id="rId31" Type="http://schemas.openxmlformats.org/officeDocument/2006/relationships/image" Target="../media/image14.svg"/><Relationship Id="rId30" Type="http://schemas.openxmlformats.org/officeDocument/2006/relationships/image" Target="../media/image13.png"/><Relationship Id="rId3" Type="http://schemas.openxmlformats.org/officeDocument/2006/relationships/tags" Target="../tags/tag71.xml"/><Relationship Id="rId29" Type="http://schemas.openxmlformats.org/officeDocument/2006/relationships/tags" Target="../tags/tag95.xml"/><Relationship Id="rId28" Type="http://schemas.openxmlformats.org/officeDocument/2006/relationships/tags" Target="../tags/tag94.xml"/><Relationship Id="rId27" Type="http://schemas.openxmlformats.org/officeDocument/2006/relationships/tags" Target="../tags/tag93.xml"/><Relationship Id="rId26" Type="http://schemas.openxmlformats.org/officeDocument/2006/relationships/tags" Target="../tags/tag92.xml"/><Relationship Id="rId25" Type="http://schemas.openxmlformats.org/officeDocument/2006/relationships/tags" Target="../tags/tag91.xml"/><Relationship Id="rId24" Type="http://schemas.openxmlformats.org/officeDocument/2006/relationships/tags" Target="../tags/tag90.xml"/><Relationship Id="rId23" Type="http://schemas.openxmlformats.org/officeDocument/2006/relationships/tags" Target="../tags/tag89.xml"/><Relationship Id="rId22" Type="http://schemas.openxmlformats.org/officeDocument/2006/relationships/tags" Target="../tags/tag88.xml"/><Relationship Id="rId21" Type="http://schemas.openxmlformats.org/officeDocument/2006/relationships/tags" Target="../tags/tag87.xml"/><Relationship Id="rId20" Type="http://schemas.openxmlformats.org/officeDocument/2006/relationships/tags" Target="../tags/tag86.xml"/><Relationship Id="rId2" Type="http://schemas.openxmlformats.org/officeDocument/2006/relationships/tags" Target="../tags/tag70.xml"/><Relationship Id="rId19" Type="http://schemas.openxmlformats.org/officeDocument/2006/relationships/tags" Target="../tags/tag85.xml"/><Relationship Id="rId18" Type="http://schemas.openxmlformats.org/officeDocument/2006/relationships/tags" Target="../tags/tag84.xml"/><Relationship Id="rId17" Type="http://schemas.openxmlformats.org/officeDocument/2006/relationships/tags" Target="../tags/tag83.xml"/><Relationship Id="rId16" Type="http://schemas.openxmlformats.org/officeDocument/2006/relationships/tags" Target="../tags/tag82.xml"/><Relationship Id="rId15" Type="http://schemas.openxmlformats.org/officeDocument/2006/relationships/tags" Target="../tags/tag81.xml"/><Relationship Id="rId14" Type="http://schemas.openxmlformats.org/officeDocument/2006/relationships/tags" Target="../tags/tag80.xml"/><Relationship Id="rId13" Type="http://schemas.openxmlformats.org/officeDocument/2006/relationships/tags" Target="../tags/tag79.xml"/><Relationship Id="rId12" Type="http://schemas.openxmlformats.org/officeDocument/2006/relationships/tags" Target="../tags/tag78.xml"/><Relationship Id="rId11" Type="http://schemas.openxmlformats.org/officeDocument/2006/relationships/tags" Target="../tags/tag77.xml"/><Relationship Id="rId10" Type="http://schemas.openxmlformats.org/officeDocument/2006/relationships/tags" Target="../tags/tag76.xml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09.xml"/><Relationship Id="rId8" Type="http://schemas.openxmlformats.org/officeDocument/2006/relationships/tags" Target="../tags/tag108.xml"/><Relationship Id="rId7" Type="http://schemas.openxmlformats.org/officeDocument/2006/relationships/tags" Target="../tags/tag107.xml"/><Relationship Id="rId6" Type="http://schemas.openxmlformats.org/officeDocument/2006/relationships/tags" Target="../tags/tag106.xml"/><Relationship Id="rId5" Type="http://schemas.openxmlformats.org/officeDocument/2006/relationships/tags" Target="../tags/tag105.xml"/><Relationship Id="rId4" Type="http://schemas.openxmlformats.org/officeDocument/2006/relationships/tags" Target="../tags/tag104.xml"/><Relationship Id="rId3" Type="http://schemas.openxmlformats.org/officeDocument/2006/relationships/tags" Target="../tags/tag103.xml"/><Relationship Id="rId21" Type="http://schemas.openxmlformats.org/officeDocument/2006/relationships/notesSlide" Target="../notesSlides/notesSlide4.xml"/><Relationship Id="rId20" Type="http://schemas.openxmlformats.org/officeDocument/2006/relationships/slideLayout" Target="../slideLayouts/slideLayout2.xml"/><Relationship Id="rId2" Type="http://schemas.openxmlformats.org/officeDocument/2006/relationships/tags" Target="../tags/tag102.xml"/><Relationship Id="rId19" Type="http://schemas.openxmlformats.org/officeDocument/2006/relationships/tags" Target="../tags/tag117.xml"/><Relationship Id="rId18" Type="http://schemas.openxmlformats.org/officeDocument/2006/relationships/image" Target="../media/image22.svg"/><Relationship Id="rId17" Type="http://schemas.openxmlformats.org/officeDocument/2006/relationships/image" Target="../media/image21.png"/><Relationship Id="rId16" Type="http://schemas.openxmlformats.org/officeDocument/2006/relationships/tags" Target="../tags/tag116.xml"/><Relationship Id="rId15" Type="http://schemas.openxmlformats.org/officeDocument/2006/relationships/tags" Target="../tags/tag115.xml"/><Relationship Id="rId14" Type="http://schemas.openxmlformats.org/officeDocument/2006/relationships/tags" Target="../tags/tag114.xml"/><Relationship Id="rId13" Type="http://schemas.openxmlformats.org/officeDocument/2006/relationships/tags" Target="../tags/tag113.xml"/><Relationship Id="rId12" Type="http://schemas.openxmlformats.org/officeDocument/2006/relationships/tags" Target="../tags/tag112.xml"/><Relationship Id="rId11" Type="http://schemas.openxmlformats.org/officeDocument/2006/relationships/tags" Target="../tags/tag111.xml"/><Relationship Id="rId10" Type="http://schemas.openxmlformats.org/officeDocument/2006/relationships/tags" Target="../tags/tag110.xml"/><Relationship Id="rId1" Type="http://schemas.openxmlformats.org/officeDocument/2006/relationships/tags" Target="../tags/tag10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26.xml"/><Relationship Id="rId8" Type="http://schemas.openxmlformats.org/officeDocument/2006/relationships/tags" Target="../tags/tag125.xml"/><Relationship Id="rId7" Type="http://schemas.openxmlformats.org/officeDocument/2006/relationships/tags" Target="../tags/tag124.xml"/><Relationship Id="rId6" Type="http://schemas.openxmlformats.org/officeDocument/2006/relationships/tags" Target="../tags/tag123.xml"/><Relationship Id="rId5" Type="http://schemas.openxmlformats.org/officeDocument/2006/relationships/tags" Target="../tags/tag122.xml"/><Relationship Id="rId4" Type="http://schemas.openxmlformats.org/officeDocument/2006/relationships/tags" Target="../tags/tag121.xml"/><Relationship Id="rId33" Type="http://schemas.openxmlformats.org/officeDocument/2006/relationships/slideLayout" Target="../slideLayouts/slideLayout2.xml"/><Relationship Id="rId32" Type="http://schemas.openxmlformats.org/officeDocument/2006/relationships/tags" Target="../tags/tag139.xml"/><Relationship Id="rId31" Type="http://schemas.openxmlformats.org/officeDocument/2006/relationships/tags" Target="../tags/tag138.xml"/><Relationship Id="rId30" Type="http://schemas.openxmlformats.org/officeDocument/2006/relationships/tags" Target="../tags/tag137.xml"/><Relationship Id="rId3" Type="http://schemas.openxmlformats.org/officeDocument/2006/relationships/tags" Target="../tags/tag120.xml"/><Relationship Id="rId29" Type="http://schemas.openxmlformats.org/officeDocument/2006/relationships/tags" Target="../tags/tag136.xml"/><Relationship Id="rId28" Type="http://schemas.openxmlformats.org/officeDocument/2006/relationships/tags" Target="../tags/tag135.xml"/><Relationship Id="rId27" Type="http://schemas.openxmlformats.org/officeDocument/2006/relationships/tags" Target="../tags/tag134.xml"/><Relationship Id="rId26" Type="http://schemas.openxmlformats.org/officeDocument/2006/relationships/image" Target="../media/image32.svg"/><Relationship Id="rId25" Type="http://schemas.openxmlformats.org/officeDocument/2006/relationships/image" Target="../media/image31.png"/><Relationship Id="rId24" Type="http://schemas.openxmlformats.org/officeDocument/2006/relationships/tags" Target="../tags/tag133.xml"/><Relationship Id="rId23" Type="http://schemas.openxmlformats.org/officeDocument/2006/relationships/image" Target="../media/image30.svg"/><Relationship Id="rId22" Type="http://schemas.openxmlformats.org/officeDocument/2006/relationships/image" Target="../media/image29.png"/><Relationship Id="rId21" Type="http://schemas.openxmlformats.org/officeDocument/2006/relationships/tags" Target="../tags/tag132.xml"/><Relationship Id="rId20" Type="http://schemas.openxmlformats.org/officeDocument/2006/relationships/image" Target="../media/image28.svg"/><Relationship Id="rId2" Type="http://schemas.openxmlformats.org/officeDocument/2006/relationships/tags" Target="../tags/tag119.xml"/><Relationship Id="rId19" Type="http://schemas.openxmlformats.org/officeDocument/2006/relationships/image" Target="../media/image27.png"/><Relationship Id="rId18" Type="http://schemas.openxmlformats.org/officeDocument/2006/relationships/tags" Target="../tags/tag131.xml"/><Relationship Id="rId17" Type="http://schemas.openxmlformats.org/officeDocument/2006/relationships/tags" Target="../tags/tag130.xml"/><Relationship Id="rId16" Type="http://schemas.openxmlformats.org/officeDocument/2006/relationships/tags" Target="../tags/tag129.xml"/><Relationship Id="rId15" Type="http://schemas.openxmlformats.org/officeDocument/2006/relationships/image" Target="../media/image26.svg"/><Relationship Id="rId14" Type="http://schemas.openxmlformats.org/officeDocument/2006/relationships/image" Target="../media/image25.png"/><Relationship Id="rId13" Type="http://schemas.openxmlformats.org/officeDocument/2006/relationships/tags" Target="../tags/tag128.xml"/><Relationship Id="rId12" Type="http://schemas.openxmlformats.org/officeDocument/2006/relationships/image" Target="../media/image24.svg"/><Relationship Id="rId11" Type="http://schemas.openxmlformats.org/officeDocument/2006/relationships/image" Target="../media/image23.png"/><Relationship Id="rId10" Type="http://schemas.openxmlformats.org/officeDocument/2006/relationships/tags" Target="../tags/tag127.xml"/><Relationship Id="rId1" Type="http://schemas.openxmlformats.org/officeDocument/2006/relationships/tags" Target="../tags/tag118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48.xml"/><Relationship Id="rId8" Type="http://schemas.openxmlformats.org/officeDocument/2006/relationships/tags" Target="../tags/tag147.xml"/><Relationship Id="rId7" Type="http://schemas.openxmlformats.org/officeDocument/2006/relationships/tags" Target="../tags/tag146.xml"/><Relationship Id="rId6" Type="http://schemas.openxmlformats.org/officeDocument/2006/relationships/tags" Target="../tags/tag145.xml"/><Relationship Id="rId5" Type="http://schemas.openxmlformats.org/officeDocument/2006/relationships/tags" Target="../tags/tag144.xml"/><Relationship Id="rId4" Type="http://schemas.openxmlformats.org/officeDocument/2006/relationships/tags" Target="../tags/tag143.xml"/><Relationship Id="rId33" Type="http://schemas.openxmlformats.org/officeDocument/2006/relationships/notesSlide" Target="../notesSlides/notesSlide5.xml"/><Relationship Id="rId32" Type="http://schemas.openxmlformats.org/officeDocument/2006/relationships/slideLayout" Target="../slideLayouts/slideLayout2.xml"/><Relationship Id="rId31" Type="http://schemas.openxmlformats.org/officeDocument/2006/relationships/tags" Target="../tags/tag162.xml"/><Relationship Id="rId30" Type="http://schemas.openxmlformats.org/officeDocument/2006/relationships/image" Target="../media/image39.svg"/><Relationship Id="rId3" Type="http://schemas.openxmlformats.org/officeDocument/2006/relationships/tags" Target="../tags/tag142.xml"/><Relationship Id="rId29" Type="http://schemas.openxmlformats.org/officeDocument/2006/relationships/image" Target="../media/image38.png"/><Relationship Id="rId28" Type="http://schemas.openxmlformats.org/officeDocument/2006/relationships/tags" Target="../tags/tag161.xml"/><Relationship Id="rId27" Type="http://schemas.openxmlformats.org/officeDocument/2006/relationships/image" Target="../media/image37.svg"/><Relationship Id="rId26" Type="http://schemas.openxmlformats.org/officeDocument/2006/relationships/image" Target="../media/image36.png"/><Relationship Id="rId25" Type="http://schemas.openxmlformats.org/officeDocument/2006/relationships/tags" Target="../tags/tag160.xml"/><Relationship Id="rId24" Type="http://schemas.openxmlformats.org/officeDocument/2006/relationships/image" Target="../media/image35.svg"/><Relationship Id="rId23" Type="http://schemas.openxmlformats.org/officeDocument/2006/relationships/image" Target="../media/image34.png"/><Relationship Id="rId22" Type="http://schemas.openxmlformats.org/officeDocument/2006/relationships/tags" Target="../tags/tag159.xml"/><Relationship Id="rId21" Type="http://schemas.openxmlformats.org/officeDocument/2006/relationships/image" Target="../media/image33.svg"/><Relationship Id="rId20" Type="http://schemas.openxmlformats.org/officeDocument/2006/relationships/image" Target="../media/image15.png"/><Relationship Id="rId2" Type="http://schemas.openxmlformats.org/officeDocument/2006/relationships/tags" Target="../tags/tag141.xml"/><Relationship Id="rId19" Type="http://schemas.openxmlformats.org/officeDocument/2006/relationships/tags" Target="../tags/tag158.xml"/><Relationship Id="rId18" Type="http://schemas.openxmlformats.org/officeDocument/2006/relationships/tags" Target="../tags/tag157.xml"/><Relationship Id="rId17" Type="http://schemas.openxmlformats.org/officeDocument/2006/relationships/tags" Target="../tags/tag156.xml"/><Relationship Id="rId16" Type="http://schemas.openxmlformats.org/officeDocument/2006/relationships/tags" Target="../tags/tag155.xml"/><Relationship Id="rId15" Type="http://schemas.openxmlformats.org/officeDocument/2006/relationships/tags" Target="../tags/tag154.xml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tags" Target="../tags/tag150.xml"/><Relationship Id="rId10" Type="http://schemas.openxmlformats.org/officeDocument/2006/relationships/tags" Target="../tags/tag149.xml"/><Relationship Id="rId1" Type="http://schemas.openxmlformats.org/officeDocument/2006/relationships/tags" Target="../tags/tag14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3.xml"/><Relationship Id="rId1" Type="http://schemas.openxmlformats.org/officeDocument/2006/relationships/image" Target="../media/image4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副标题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人工智能目标检测</a:t>
            </a:r>
            <a:r>
              <a:rPr lang="en-US" altLang="zh-CN"/>
              <a:t> + HSV </a:t>
            </a:r>
            <a:r>
              <a:rPr lang="zh-CN" altLang="en-US"/>
              <a:t>蓝光分割</a:t>
            </a:r>
            <a:r>
              <a:rPr lang="en-US" altLang="zh-CN"/>
              <a:t> + </a:t>
            </a:r>
            <a:r>
              <a:rPr lang="zh-CN" altLang="en-US"/>
              <a:t>车辆关联匹配</a:t>
            </a:r>
            <a:endParaRPr lang="zh-CN" altLang="en-US"/>
          </a:p>
        </p:txBody>
      </p:sp>
      <p:sp>
        <p:nvSpPr>
          <p:cNvPr id="26" name="标题 25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高速路高清摄像头蓝光检测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1313550"/>
            <a:ext cx="8226900" cy="529200"/>
          </a:xfrm>
        </p:spPr>
        <p:txBody>
          <a:bodyPr>
            <a:normAutofit fontScale="90000"/>
          </a:bodyPr>
          <a:lstStyle/>
          <a:p>
            <a:r>
              <a:rPr lang="zh-CN" altLang="en-US"/>
              <a:t>任务理解</a:t>
            </a:r>
            <a:endParaRPr lang="zh-CN" altLang="en-US"/>
          </a:p>
        </p:txBody>
      </p:sp>
      <p:sp>
        <p:nvSpPr>
          <p:cNvPr id="2" name="椭圆 262"/>
          <p:cNvSpPr/>
          <p:nvPr>
            <p:custDataLst>
              <p:tags r:id="rId2"/>
            </p:custDataLst>
          </p:nvPr>
        </p:nvSpPr>
        <p:spPr>
          <a:xfrm>
            <a:off x="1891616" y="4080789"/>
            <a:ext cx="5360661" cy="1402471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alpha val="10000"/>
                </a:schemeClr>
              </a:gs>
              <a:gs pos="25000">
                <a:schemeClr val="accent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8" name="椭圆 263"/>
          <p:cNvSpPr/>
          <p:nvPr>
            <p:custDataLst>
              <p:tags r:id="rId3"/>
            </p:custDataLst>
          </p:nvPr>
        </p:nvSpPr>
        <p:spPr>
          <a:xfrm>
            <a:off x="2512577" y="4139361"/>
            <a:ext cx="4064372" cy="1204393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alpha val="10000"/>
                </a:schemeClr>
              </a:gs>
              <a:gs pos="25000">
                <a:schemeClr val="accent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solidFill>
              <a:schemeClr val="accent1"/>
            </a:solidFill>
            <a:prstDash val="dash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10" name="椭圆 264"/>
          <p:cNvSpPr/>
          <p:nvPr>
            <p:custDataLst>
              <p:tags r:id="rId4"/>
            </p:custDataLst>
          </p:nvPr>
        </p:nvSpPr>
        <p:spPr>
          <a:xfrm>
            <a:off x="3094015" y="4311745"/>
            <a:ext cx="2900842" cy="859605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alpha val="20000"/>
                </a:schemeClr>
              </a:gs>
              <a:gs pos="0">
                <a:schemeClr val="accent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11" name="椭圆 265"/>
          <p:cNvSpPr/>
          <p:nvPr>
            <p:custDataLst>
              <p:tags r:id="rId5"/>
            </p:custDataLst>
          </p:nvPr>
        </p:nvSpPr>
        <p:spPr>
          <a:xfrm>
            <a:off x="3585451" y="4457462"/>
            <a:ext cx="1917788" cy="568298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alpha val="20000"/>
                </a:schemeClr>
              </a:gs>
              <a:gs pos="0">
                <a:schemeClr val="accent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solidFill>
              <a:schemeClr val="accent1">
                <a:alpha val="15000"/>
              </a:schemeClr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13" name="椭圆 266"/>
          <p:cNvSpPr/>
          <p:nvPr>
            <p:custDataLst>
              <p:tags r:id="rId6"/>
            </p:custDataLst>
          </p:nvPr>
        </p:nvSpPr>
        <p:spPr>
          <a:xfrm>
            <a:off x="4089268" y="4606511"/>
            <a:ext cx="1103121" cy="326888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>
            <a:softEdge rad="114300"/>
          </a:effectLst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14" name="直接连接符 267"/>
          <p:cNvCxnSpPr/>
          <p:nvPr>
            <p:custDataLst>
              <p:tags r:id="rId7"/>
            </p:custDataLst>
          </p:nvPr>
        </p:nvCxnSpPr>
        <p:spPr>
          <a:xfrm>
            <a:off x="2223526" y="4552225"/>
            <a:ext cx="0" cy="617489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sp>
        <p:nvSpPr>
          <p:cNvPr id="16" name="椭圆 268"/>
          <p:cNvSpPr/>
          <p:nvPr>
            <p:custDataLst>
              <p:tags r:id="rId8"/>
            </p:custDataLst>
          </p:nvPr>
        </p:nvSpPr>
        <p:spPr>
          <a:xfrm flipV="1">
            <a:off x="2156858" y="4416509"/>
            <a:ext cx="127420" cy="127415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18" name="椭圆 269"/>
          <p:cNvSpPr/>
          <p:nvPr>
            <p:custDataLst>
              <p:tags r:id="rId9"/>
            </p:custDataLst>
          </p:nvPr>
        </p:nvSpPr>
        <p:spPr>
          <a:xfrm flipV="1">
            <a:off x="2187335" y="4447461"/>
            <a:ext cx="66020" cy="66017"/>
          </a:xfrm>
          <a:prstGeom prst="ellipse">
            <a:avLst/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19" name="椭圆 270"/>
          <p:cNvSpPr/>
          <p:nvPr>
            <p:custDataLst>
              <p:tags r:id="rId10"/>
            </p:custDataLst>
          </p:nvPr>
        </p:nvSpPr>
        <p:spPr>
          <a:xfrm flipV="1">
            <a:off x="5806436" y="3823166"/>
            <a:ext cx="76706" cy="76703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20" name="直接连接符 271"/>
          <p:cNvCxnSpPr/>
          <p:nvPr>
            <p:custDataLst>
              <p:tags r:id="rId11"/>
            </p:custDataLst>
          </p:nvPr>
        </p:nvCxnSpPr>
        <p:spPr>
          <a:xfrm>
            <a:off x="5845008" y="3906977"/>
            <a:ext cx="0" cy="1402471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sp>
        <p:nvSpPr>
          <p:cNvPr id="21" name="椭圆 272"/>
          <p:cNvSpPr/>
          <p:nvPr>
            <p:custDataLst>
              <p:tags r:id="rId12"/>
            </p:custDataLst>
          </p:nvPr>
        </p:nvSpPr>
        <p:spPr>
          <a:xfrm flipV="1">
            <a:off x="3054491" y="3731736"/>
            <a:ext cx="282438" cy="282430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22" name="直接连接符 273"/>
          <p:cNvCxnSpPr/>
          <p:nvPr>
            <p:custDataLst>
              <p:tags r:id="rId13"/>
            </p:custDataLst>
          </p:nvPr>
        </p:nvCxnSpPr>
        <p:spPr>
          <a:xfrm>
            <a:off x="3194969" y="4037455"/>
            <a:ext cx="0" cy="741062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cxnSp>
        <p:nvCxnSpPr>
          <p:cNvPr id="23" name="直接连接符 274"/>
          <p:cNvCxnSpPr/>
          <p:nvPr>
            <p:custDataLst>
              <p:tags r:id="rId14"/>
            </p:custDataLst>
          </p:nvPr>
        </p:nvCxnSpPr>
        <p:spPr>
          <a:xfrm>
            <a:off x="5328334" y="3809833"/>
            <a:ext cx="0" cy="617489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sp>
        <p:nvSpPr>
          <p:cNvPr id="24" name="椭圆 275"/>
          <p:cNvSpPr/>
          <p:nvPr>
            <p:custDataLst>
              <p:tags r:id="rId15"/>
            </p:custDataLst>
          </p:nvPr>
        </p:nvSpPr>
        <p:spPr>
          <a:xfrm flipV="1">
            <a:off x="5261666" y="3674117"/>
            <a:ext cx="127420" cy="127415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25" name="椭圆 276"/>
          <p:cNvSpPr/>
          <p:nvPr>
            <p:custDataLst>
              <p:tags r:id="rId16"/>
            </p:custDataLst>
          </p:nvPr>
        </p:nvSpPr>
        <p:spPr>
          <a:xfrm flipV="1">
            <a:off x="5292143" y="3705069"/>
            <a:ext cx="66020" cy="66017"/>
          </a:xfrm>
          <a:prstGeom prst="ellipse">
            <a:avLst/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sp>
        <p:nvSpPr>
          <p:cNvPr id="26" name="椭圆 277"/>
          <p:cNvSpPr/>
          <p:nvPr>
            <p:custDataLst>
              <p:tags r:id="rId17"/>
            </p:custDataLst>
          </p:nvPr>
        </p:nvSpPr>
        <p:spPr>
          <a:xfrm flipV="1">
            <a:off x="2871154" y="4301269"/>
            <a:ext cx="76706" cy="76703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27" name="直接连接符 278"/>
          <p:cNvCxnSpPr/>
          <p:nvPr>
            <p:custDataLst>
              <p:tags r:id="rId18"/>
            </p:custDataLst>
          </p:nvPr>
        </p:nvCxnSpPr>
        <p:spPr>
          <a:xfrm>
            <a:off x="2909726" y="4385079"/>
            <a:ext cx="0" cy="810940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sp>
        <p:nvSpPr>
          <p:cNvPr id="28" name="椭圆 279"/>
          <p:cNvSpPr/>
          <p:nvPr>
            <p:custDataLst>
              <p:tags r:id="rId19"/>
            </p:custDataLst>
          </p:nvPr>
        </p:nvSpPr>
        <p:spPr>
          <a:xfrm flipV="1">
            <a:off x="6347396" y="4473176"/>
            <a:ext cx="192388" cy="19238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29" name="直接连接符 280"/>
          <p:cNvCxnSpPr/>
          <p:nvPr>
            <p:custDataLst>
              <p:tags r:id="rId20"/>
            </p:custDataLst>
          </p:nvPr>
        </p:nvCxnSpPr>
        <p:spPr>
          <a:xfrm>
            <a:off x="6442636" y="4686512"/>
            <a:ext cx="0" cy="300854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sp>
        <p:nvSpPr>
          <p:cNvPr id="30" name="椭圆 281"/>
          <p:cNvSpPr/>
          <p:nvPr>
            <p:custDataLst>
              <p:tags r:id="rId21"/>
            </p:custDataLst>
          </p:nvPr>
        </p:nvSpPr>
        <p:spPr>
          <a:xfrm flipV="1">
            <a:off x="3738786" y="4700322"/>
            <a:ext cx="238307" cy="238299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微软雅黑" charset="-122"/>
              <a:cs typeface="+mn-cs"/>
            </a:endParaRPr>
          </a:p>
        </p:txBody>
      </p:sp>
      <p:cxnSp>
        <p:nvCxnSpPr>
          <p:cNvPr id="31" name="直接连接符 282"/>
          <p:cNvCxnSpPr/>
          <p:nvPr>
            <p:custDataLst>
              <p:tags r:id="rId22"/>
            </p:custDataLst>
          </p:nvPr>
        </p:nvCxnSpPr>
        <p:spPr>
          <a:xfrm>
            <a:off x="3855931" y="4976516"/>
            <a:ext cx="0" cy="526438"/>
          </a:xfrm>
          <a:prstGeom prst="line">
            <a:avLst/>
          </a:prstGeom>
          <a:noFill/>
          <a:ln w="6350" cap="flat" cmpd="sng" algn="ctr">
            <a:gradFill>
              <a:gsLst>
                <a:gs pos="0">
                  <a:schemeClr val="accent1">
                    <a:alpha val="10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prstDash val="sysDash"/>
            <a:miter lim="800000"/>
          </a:ln>
          <a:effectLst/>
        </p:spPr>
      </p:cxnSp>
      <p:pic>
        <p:nvPicPr>
          <p:cNvPr id="32" name="图片 13" descr="343435383038363b343532323339363bd5bdc2d4c4bfb1ea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790215" y="4751751"/>
            <a:ext cx="134985" cy="134985"/>
          </a:xfrm>
          <a:prstGeom prst="rect">
            <a:avLst/>
          </a:prstGeom>
          <a:effectLst>
            <a:outerShdw blurRad="76200" dist="38100" dir="8100000" algn="tr" rotWithShape="0">
              <a:schemeClr val="accent1">
                <a:lumMod val="75000"/>
                <a:alpha val="40000"/>
              </a:schemeClr>
            </a:outerShdw>
          </a:effectLst>
        </p:spPr>
      </p:pic>
      <p:pic>
        <p:nvPicPr>
          <p:cNvPr id="33" name="图片 17" descr="343439383331313b343532303033333bb1a8bcdbb9a4bedf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75968" y="4501748"/>
            <a:ext cx="134985" cy="134985"/>
          </a:xfrm>
          <a:prstGeom prst="rect">
            <a:avLst/>
          </a:prstGeom>
          <a:effectLst>
            <a:outerShdw blurRad="76200" dist="38100" dir="8100000" algn="tr" rotWithShape="0">
              <a:schemeClr val="accent1">
                <a:lumMod val="75000"/>
                <a:alpha val="40000"/>
              </a:schemeClr>
            </a:outerShdw>
          </a:effectLst>
        </p:spPr>
      </p:pic>
      <p:pic>
        <p:nvPicPr>
          <p:cNvPr id="34" name="图片 14" descr="343435383036303b343532343136303bcfeec4bfbda8d2e9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128301" y="3805547"/>
            <a:ext cx="134985" cy="134985"/>
          </a:xfrm>
          <a:prstGeom prst="rect">
            <a:avLst/>
          </a:prstGeom>
          <a:effectLst>
            <a:outerShdw blurRad="76200" dist="38100" dir="8100000" algn="tr" rotWithShape="0">
              <a:schemeClr val="accent1">
                <a:lumMod val="75000"/>
                <a:alpha val="40000"/>
              </a:schemeClr>
            </a:outerShdw>
          </a:effectLst>
        </p:spPr>
      </p:pic>
      <p:sp>
        <p:nvSpPr>
          <p:cNvPr id="35" name="任意多边形: 形状 286"/>
          <p:cNvSpPr/>
          <p:nvPr>
            <p:custDataLst>
              <p:tags r:id="rId32"/>
            </p:custDataLst>
          </p:nvPr>
        </p:nvSpPr>
        <p:spPr>
          <a:xfrm>
            <a:off x="4082601" y="3785070"/>
            <a:ext cx="978664" cy="978668"/>
          </a:xfrm>
          <a:custGeom>
            <a:avLst/>
            <a:gdLst>
              <a:gd name="connsiteX0" fmla="*/ 216236 w 216800"/>
              <a:gd name="connsiteY0" fmla="*/ 137858 h 216801"/>
              <a:gd name="connsiteX1" fmla="*/ 216004 w 216800"/>
              <a:gd name="connsiteY1" fmla="*/ 144612 h 216801"/>
              <a:gd name="connsiteX2" fmla="*/ 213679 w 216800"/>
              <a:gd name="connsiteY2" fmla="*/ 152646 h 216801"/>
              <a:gd name="connsiteX3" fmla="*/ 209726 w 216800"/>
              <a:gd name="connsiteY3" fmla="*/ 159981 h 216801"/>
              <a:gd name="connsiteX4" fmla="*/ 204611 w 216800"/>
              <a:gd name="connsiteY4" fmla="*/ 164638 h 216801"/>
              <a:gd name="connsiteX5" fmla="*/ 199728 w 216800"/>
              <a:gd name="connsiteY5" fmla="*/ 166036 h 216801"/>
              <a:gd name="connsiteX6" fmla="*/ 195078 w 216800"/>
              <a:gd name="connsiteY6" fmla="*/ 165104 h 216801"/>
              <a:gd name="connsiteX7" fmla="*/ 189265 w 216800"/>
              <a:gd name="connsiteY7" fmla="*/ 163823 h 216801"/>
              <a:gd name="connsiteX8" fmla="*/ 182173 w 216800"/>
              <a:gd name="connsiteY8" fmla="*/ 163590 h 216801"/>
              <a:gd name="connsiteX9" fmla="*/ 174966 w 216800"/>
              <a:gd name="connsiteY9" fmla="*/ 165104 h 216801"/>
              <a:gd name="connsiteX10" fmla="*/ 168804 w 216800"/>
              <a:gd name="connsiteY10" fmla="*/ 169063 h 216801"/>
              <a:gd name="connsiteX11" fmla="*/ 162293 w 216800"/>
              <a:gd name="connsiteY11" fmla="*/ 182336 h 216801"/>
              <a:gd name="connsiteX12" fmla="*/ 164386 w 216800"/>
              <a:gd name="connsiteY12" fmla="*/ 196542 h 216801"/>
              <a:gd name="connsiteX13" fmla="*/ 163688 w 216800"/>
              <a:gd name="connsiteY13" fmla="*/ 205856 h 216801"/>
              <a:gd name="connsiteX14" fmla="*/ 159271 w 216800"/>
              <a:gd name="connsiteY14" fmla="*/ 209698 h 216801"/>
              <a:gd name="connsiteX15" fmla="*/ 152644 w 216800"/>
              <a:gd name="connsiteY15" fmla="*/ 213307 h 216801"/>
              <a:gd name="connsiteX16" fmla="*/ 145087 w 216800"/>
              <a:gd name="connsiteY16" fmla="*/ 215870 h 216801"/>
              <a:gd name="connsiteX17" fmla="*/ 138112 w 216800"/>
              <a:gd name="connsiteY17" fmla="*/ 216802 h 216801"/>
              <a:gd name="connsiteX18" fmla="*/ 134159 w 216800"/>
              <a:gd name="connsiteY18" fmla="*/ 215171 h 216801"/>
              <a:gd name="connsiteX19" fmla="*/ 131602 w 216800"/>
              <a:gd name="connsiteY19" fmla="*/ 211679 h 216801"/>
              <a:gd name="connsiteX20" fmla="*/ 131369 w 216800"/>
              <a:gd name="connsiteY20" fmla="*/ 211679 h 216801"/>
              <a:gd name="connsiteX21" fmla="*/ 122650 w 216800"/>
              <a:gd name="connsiteY21" fmla="*/ 199219 h 216801"/>
              <a:gd name="connsiteX22" fmla="*/ 108350 w 216800"/>
              <a:gd name="connsiteY22" fmla="*/ 193979 h 216801"/>
              <a:gd name="connsiteX23" fmla="*/ 94051 w 216800"/>
              <a:gd name="connsiteY23" fmla="*/ 199219 h 216801"/>
              <a:gd name="connsiteX24" fmla="*/ 85099 w 216800"/>
              <a:gd name="connsiteY24" fmla="*/ 211444 h 216801"/>
              <a:gd name="connsiteX25" fmla="*/ 81611 w 216800"/>
              <a:gd name="connsiteY25" fmla="*/ 215520 h 216801"/>
              <a:gd name="connsiteX26" fmla="*/ 76496 w 216800"/>
              <a:gd name="connsiteY26" fmla="*/ 216802 h 216801"/>
              <a:gd name="connsiteX27" fmla="*/ 69172 w 216800"/>
              <a:gd name="connsiteY27" fmla="*/ 215636 h 216801"/>
              <a:gd name="connsiteX28" fmla="*/ 61034 w 216800"/>
              <a:gd name="connsiteY28" fmla="*/ 212725 h 216801"/>
              <a:gd name="connsiteX29" fmla="*/ 53710 w 216800"/>
              <a:gd name="connsiteY29" fmla="*/ 208651 h 216801"/>
              <a:gd name="connsiteX30" fmla="*/ 48827 w 216800"/>
              <a:gd name="connsiteY30" fmla="*/ 203993 h 216801"/>
              <a:gd name="connsiteX31" fmla="*/ 47548 w 216800"/>
              <a:gd name="connsiteY31" fmla="*/ 200151 h 216801"/>
              <a:gd name="connsiteX32" fmla="*/ 49292 w 216800"/>
              <a:gd name="connsiteY32" fmla="*/ 193979 h 216801"/>
              <a:gd name="connsiteX33" fmla="*/ 51268 w 216800"/>
              <a:gd name="connsiteY33" fmla="*/ 181754 h 216801"/>
              <a:gd name="connsiteX34" fmla="*/ 45339 w 216800"/>
              <a:gd name="connsiteY34" fmla="*/ 169063 h 216801"/>
              <a:gd name="connsiteX35" fmla="*/ 37434 w 216800"/>
              <a:gd name="connsiteY35" fmla="*/ 164522 h 216801"/>
              <a:gd name="connsiteX36" fmla="*/ 28598 w 216800"/>
              <a:gd name="connsiteY36" fmla="*/ 163707 h 216801"/>
              <a:gd name="connsiteX37" fmla="*/ 18600 w 216800"/>
              <a:gd name="connsiteY37" fmla="*/ 165570 h 216801"/>
              <a:gd name="connsiteX38" fmla="*/ 12090 w 216800"/>
              <a:gd name="connsiteY38" fmla="*/ 165104 h 216801"/>
              <a:gd name="connsiteX39" fmla="*/ 7323 w 216800"/>
              <a:gd name="connsiteY39" fmla="*/ 160796 h 216801"/>
              <a:gd name="connsiteX40" fmla="*/ 3371 w 216800"/>
              <a:gd name="connsiteY40" fmla="*/ 153344 h 216801"/>
              <a:gd name="connsiteX41" fmla="*/ 696 w 216800"/>
              <a:gd name="connsiteY41" fmla="*/ 144961 h 216801"/>
              <a:gd name="connsiteX42" fmla="*/ 231 w 216800"/>
              <a:gd name="connsiteY42" fmla="*/ 137858 h 216801"/>
              <a:gd name="connsiteX43" fmla="*/ 4882 w 216800"/>
              <a:gd name="connsiteY43" fmla="*/ 131338 h 216801"/>
              <a:gd name="connsiteX44" fmla="*/ 17437 w 216800"/>
              <a:gd name="connsiteY44" fmla="*/ 122140 h 216801"/>
              <a:gd name="connsiteX45" fmla="*/ 23018 w 216800"/>
              <a:gd name="connsiteY45" fmla="*/ 107818 h 216801"/>
              <a:gd name="connsiteX46" fmla="*/ 17437 w 216800"/>
              <a:gd name="connsiteY46" fmla="*/ 93613 h 216801"/>
              <a:gd name="connsiteX47" fmla="*/ 4882 w 216800"/>
              <a:gd name="connsiteY47" fmla="*/ 84764 h 216801"/>
              <a:gd name="connsiteX48" fmla="*/ 1394 w 216800"/>
              <a:gd name="connsiteY48" fmla="*/ 81388 h 216801"/>
              <a:gd name="connsiteX49" fmla="*/ -1 w 216800"/>
              <a:gd name="connsiteY49" fmla="*/ 75915 h 216801"/>
              <a:gd name="connsiteX50" fmla="*/ 929 w 216800"/>
              <a:gd name="connsiteY50" fmla="*/ 69162 h 216801"/>
              <a:gd name="connsiteX51" fmla="*/ 3371 w 216800"/>
              <a:gd name="connsiteY51" fmla="*/ 61943 h 216801"/>
              <a:gd name="connsiteX52" fmla="*/ 6858 w 216800"/>
              <a:gd name="connsiteY52" fmla="*/ 55539 h 216801"/>
              <a:gd name="connsiteX53" fmla="*/ 11160 w 216800"/>
              <a:gd name="connsiteY53" fmla="*/ 51231 h 216801"/>
              <a:gd name="connsiteX54" fmla="*/ 14764 w 216800"/>
              <a:gd name="connsiteY54" fmla="*/ 50300 h 216801"/>
              <a:gd name="connsiteX55" fmla="*/ 18600 w 216800"/>
              <a:gd name="connsiteY55" fmla="*/ 51231 h 216801"/>
              <a:gd name="connsiteX56" fmla="*/ 33132 w 216800"/>
              <a:gd name="connsiteY56" fmla="*/ 52978 h 216801"/>
              <a:gd name="connsiteX57" fmla="*/ 46502 w 216800"/>
              <a:gd name="connsiteY57" fmla="*/ 46341 h 216801"/>
              <a:gd name="connsiteX58" fmla="*/ 50571 w 216800"/>
              <a:gd name="connsiteY58" fmla="*/ 39471 h 216801"/>
              <a:gd name="connsiteX59" fmla="*/ 52198 w 216800"/>
              <a:gd name="connsiteY59" fmla="*/ 31437 h 216801"/>
              <a:gd name="connsiteX60" fmla="*/ 52198 w 216800"/>
              <a:gd name="connsiteY60" fmla="*/ 24218 h 216801"/>
              <a:gd name="connsiteX61" fmla="*/ 51617 w 216800"/>
              <a:gd name="connsiteY61" fmla="*/ 19561 h 216801"/>
              <a:gd name="connsiteX62" fmla="*/ 50803 w 216800"/>
              <a:gd name="connsiteY62" fmla="*/ 16301 h 216801"/>
              <a:gd name="connsiteX63" fmla="*/ 51152 w 216800"/>
              <a:gd name="connsiteY63" fmla="*/ 13041 h 216801"/>
              <a:gd name="connsiteX64" fmla="*/ 56151 w 216800"/>
              <a:gd name="connsiteY64" fmla="*/ 7335 h 216801"/>
              <a:gd name="connsiteX65" fmla="*/ 63940 w 216800"/>
              <a:gd name="connsiteY65" fmla="*/ 3260 h 216801"/>
              <a:gd name="connsiteX66" fmla="*/ 72078 w 216800"/>
              <a:gd name="connsiteY66" fmla="*/ 815 h 216801"/>
              <a:gd name="connsiteX67" fmla="*/ 78356 w 216800"/>
              <a:gd name="connsiteY67" fmla="*/ 0 h 216801"/>
              <a:gd name="connsiteX68" fmla="*/ 83123 w 216800"/>
              <a:gd name="connsiteY68" fmla="*/ 1980 h 216801"/>
              <a:gd name="connsiteX69" fmla="*/ 85564 w 216800"/>
              <a:gd name="connsiteY69" fmla="*/ 6055 h 216801"/>
              <a:gd name="connsiteX70" fmla="*/ 93934 w 216800"/>
              <a:gd name="connsiteY70" fmla="*/ 17116 h 216801"/>
              <a:gd name="connsiteX71" fmla="*/ 107653 w 216800"/>
              <a:gd name="connsiteY71" fmla="*/ 21890 h 216801"/>
              <a:gd name="connsiteX72" fmla="*/ 122069 w 216800"/>
              <a:gd name="connsiteY72" fmla="*/ 17349 h 216801"/>
              <a:gd name="connsiteX73" fmla="*/ 130904 w 216800"/>
              <a:gd name="connsiteY73" fmla="*/ 5822 h 216801"/>
              <a:gd name="connsiteX74" fmla="*/ 133811 w 216800"/>
              <a:gd name="connsiteY74" fmla="*/ 1980 h 216801"/>
              <a:gd name="connsiteX75" fmla="*/ 137879 w 216800"/>
              <a:gd name="connsiteY75" fmla="*/ 0 h 216801"/>
              <a:gd name="connsiteX76" fmla="*/ 144971 w 216800"/>
              <a:gd name="connsiteY76" fmla="*/ 931 h 216801"/>
              <a:gd name="connsiteX77" fmla="*/ 152528 w 216800"/>
              <a:gd name="connsiteY77" fmla="*/ 3493 h 216801"/>
              <a:gd name="connsiteX78" fmla="*/ 159387 w 216800"/>
              <a:gd name="connsiteY78" fmla="*/ 7685 h 216801"/>
              <a:gd name="connsiteX79" fmla="*/ 164386 w 216800"/>
              <a:gd name="connsiteY79" fmla="*/ 13273 h 216801"/>
              <a:gd name="connsiteX80" fmla="*/ 165083 w 216800"/>
              <a:gd name="connsiteY80" fmla="*/ 17349 h 216801"/>
              <a:gd name="connsiteX81" fmla="*/ 164153 w 216800"/>
              <a:gd name="connsiteY81" fmla="*/ 20493 h 216801"/>
              <a:gd name="connsiteX82" fmla="*/ 162293 w 216800"/>
              <a:gd name="connsiteY82" fmla="*/ 34697 h 216801"/>
              <a:gd name="connsiteX83" fmla="*/ 169036 w 216800"/>
              <a:gd name="connsiteY83" fmla="*/ 47738 h 216801"/>
              <a:gd name="connsiteX84" fmla="*/ 182755 w 216800"/>
              <a:gd name="connsiteY84" fmla="*/ 53909 h 216801"/>
              <a:gd name="connsiteX85" fmla="*/ 197869 w 216800"/>
              <a:gd name="connsiteY85" fmla="*/ 51231 h 216801"/>
              <a:gd name="connsiteX86" fmla="*/ 202402 w 216800"/>
              <a:gd name="connsiteY86" fmla="*/ 50300 h 216801"/>
              <a:gd name="connsiteX87" fmla="*/ 206935 w 216800"/>
              <a:gd name="connsiteY87" fmla="*/ 52395 h 216801"/>
              <a:gd name="connsiteX88" fmla="*/ 213097 w 216800"/>
              <a:gd name="connsiteY88" fmla="*/ 62292 h 216801"/>
              <a:gd name="connsiteX89" fmla="*/ 216701 w 216800"/>
              <a:gd name="connsiteY89" fmla="*/ 75682 h 216801"/>
              <a:gd name="connsiteX90" fmla="*/ 215424 w 216800"/>
              <a:gd name="connsiteY90" fmla="*/ 81853 h 216801"/>
              <a:gd name="connsiteX91" fmla="*/ 211818 w 216800"/>
              <a:gd name="connsiteY91" fmla="*/ 84764 h 216801"/>
              <a:gd name="connsiteX92" fmla="*/ 199496 w 216800"/>
              <a:gd name="connsiteY92" fmla="*/ 93730 h 216801"/>
              <a:gd name="connsiteX93" fmla="*/ 194380 w 216800"/>
              <a:gd name="connsiteY93" fmla="*/ 108284 h 216801"/>
              <a:gd name="connsiteX94" fmla="*/ 198681 w 216800"/>
              <a:gd name="connsiteY94" fmla="*/ 122140 h 216801"/>
              <a:gd name="connsiteX95" fmla="*/ 209959 w 216800"/>
              <a:gd name="connsiteY95" fmla="*/ 130639 h 216801"/>
              <a:gd name="connsiteX96" fmla="*/ 212748 w 216800"/>
              <a:gd name="connsiteY96" fmla="*/ 132502 h 216801"/>
              <a:gd name="connsiteX97" fmla="*/ 216236 w 216800"/>
              <a:gd name="connsiteY97" fmla="*/ 137858 h 216801"/>
              <a:gd name="connsiteX98" fmla="*/ 108118 w 216800"/>
              <a:gd name="connsiteY98" fmla="*/ 158816 h 216801"/>
              <a:gd name="connsiteX99" fmla="*/ 127881 w 216800"/>
              <a:gd name="connsiteY99" fmla="*/ 154858 h 216801"/>
              <a:gd name="connsiteX100" fmla="*/ 144041 w 216800"/>
              <a:gd name="connsiteY100" fmla="*/ 143913 h 216801"/>
              <a:gd name="connsiteX101" fmla="*/ 154853 w 216800"/>
              <a:gd name="connsiteY101" fmla="*/ 127729 h 216801"/>
              <a:gd name="connsiteX102" fmla="*/ 158805 w 216800"/>
              <a:gd name="connsiteY102" fmla="*/ 108051 h 216801"/>
              <a:gd name="connsiteX103" fmla="*/ 154853 w 216800"/>
              <a:gd name="connsiteY103" fmla="*/ 88374 h 216801"/>
              <a:gd name="connsiteX104" fmla="*/ 144041 w 216800"/>
              <a:gd name="connsiteY104" fmla="*/ 72306 h 216801"/>
              <a:gd name="connsiteX105" fmla="*/ 127881 w 216800"/>
              <a:gd name="connsiteY105" fmla="*/ 61477 h 216801"/>
              <a:gd name="connsiteX106" fmla="*/ 108118 w 216800"/>
              <a:gd name="connsiteY106" fmla="*/ 57519 h 216801"/>
              <a:gd name="connsiteX107" fmla="*/ 88470 w 216800"/>
              <a:gd name="connsiteY107" fmla="*/ 61477 h 216801"/>
              <a:gd name="connsiteX108" fmla="*/ 72427 w 216800"/>
              <a:gd name="connsiteY108" fmla="*/ 72306 h 216801"/>
              <a:gd name="connsiteX109" fmla="*/ 61615 w 216800"/>
              <a:gd name="connsiteY109" fmla="*/ 88374 h 216801"/>
              <a:gd name="connsiteX110" fmla="*/ 57662 w 216800"/>
              <a:gd name="connsiteY110" fmla="*/ 108051 h 216801"/>
              <a:gd name="connsiteX111" fmla="*/ 61615 w 216800"/>
              <a:gd name="connsiteY111" fmla="*/ 127729 h 216801"/>
              <a:gd name="connsiteX112" fmla="*/ 72427 w 216800"/>
              <a:gd name="connsiteY112" fmla="*/ 143913 h 216801"/>
              <a:gd name="connsiteX113" fmla="*/ 88470 w 216800"/>
              <a:gd name="connsiteY113" fmla="*/ 154858 h 216801"/>
              <a:gd name="connsiteX114" fmla="*/ 108118 w 216800"/>
              <a:gd name="connsiteY114" fmla="*/ 158816 h 216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</a:cxnLst>
            <a:rect l="l" t="t" r="r" b="b"/>
            <a:pathLst>
              <a:path w="216800" h="216801">
                <a:moveTo>
                  <a:pt x="216236" y="137858"/>
                </a:moveTo>
                <a:cubicBezTo>
                  <a:pt x="216547" y="139721"/>
                  <a:pt x="216471" y="141972"/>
                  <a:pt x="216004" y="144612"/>
                </a:cubicBezTo>
                <a:cubicBezTo>
                  <a:pt x="215539" y="147251"/>
                  <a:pt x="214765" y="149929"/>
                  <a:pt x="213679" y="152646"/>
                </a:cubicBezTo>
                <a:cubicBezTo>
                  <a:pt x="212594" y="155362"/>
                  <a:pt x="211277" y="157808"/>
                  <a:pt x="209726" y="159981"/>
                </a:cubicBezTo>
                <a:cubicBezTo>
                  <a:pt x="208175" y="162154"/>
                  <a:pt x="206470" y="163707"/>
                  <a:pt x="204611" y="164638"/>
                </a:cubicBezTo>
                <a:cubicBezTo>
                  <a:pt x="202750" y="165570"/>
                  <a:pt x="201123" y="166036"/>
                  <a:pt x="199728" y="166036"/>
                </a:cubicBezTo>
                <a:cubicBezTo>
                  <a:pt x="198334" y="166036"/>
                  <a:pt x="196783" y="165725"/>
                  <a:pt x="195078" y="165104"/>
                </a:cubicBezTo>
                <a:cubicBezTo>
                  <a:pt x="193527" y="164638"/>
                  <a:pt x="191589" y="164211"/>
                  <a:pt x="189265" y="163823"/>
                </a:cubicBezTo>
                <a:cubicBezTo>
                  <a:pt x="186939" y="163435"/>
                  <a:pt x="184575" y="163358"/>
                  <a:pt x="182173" y="163590"/>
                </a:cubicBezTo>
                <a:cubicBezTo>
                  <a:pt x="179771" y="163823"/>
                  <a:pt x="177368" y="164328"/>
                  <a:pt x="174966" y="165104"/>
                </a:cubicBezTo>
                <a:cubicBezTo>
                  <a:pt x="172563" y="165880"/>
                  <a:pt x="170509" y="167200"/>
                  <a:pt x="168804" y="169063"/>
                </a:cubicBezTo>
                <a:cubicBezTo>
                  <a:pt x="165083" y="172944"/>
                  <a:pt x="162913" y="177369"/>
                  <a:pt x="162293" y="182336"/>
                </a:cubicBezTo>
                <a:cubicBezTo>
                  <a:pt x="161673" y="187303"/>
                  <a:pt x="162371" y="192039"/>
                  <a:pt x="164386" y="196542"/>
                </a:cubicBezTo>
                <a:cubicBezTo>
                  <a:pt x="165936" y="199645"/>
                  <a:pt x="165704" y="202751"/>
                  <a:pt x="163688" y="205856"/>
                </a:cubicBezTo>
                <a:cubicBezTo>
                  <a:pt x="162758" y="207098"/>
                  <a:pt x="161286" y="208380"/>
                  <a:pt x="159271" y="209698"/>
                </a:cubicBezTo>
                <a:cubicBezTo>
                  <a:pt x="157255" y="211018"/>
                  <a:pt x="155046" y="212221"/>
                  <a:pt x="152644" y="213307"/>
                </a:cubicBezTo>
                <a:cubicBezTo>
                  <a:pt x="150241" y="214395"/>
                  <a:pt x="147722" y="215249"/>
                  <a:pt x="145087" y="215870"/>
                </a:cubicBezTo>
                <a:cubicBezTo>
                  <a:pt x="142452" y="216491"/>
                  <a:pt x="140127" y="216802"/>
                  <a:pt x="138112" y="216802"/>
                </a:cubicBezTo>
                <a:cubicBezTo>
                  <a:pt x="136717" y="216802"/>
                  <a:pt x="135399" y="216257"/>
                  <a:pt x="134159" y="215171"/>
                </a:cubicBezTo>
                <a:cubicBezTo>
                  <a:pt x="132919" y="214085"/>
                  <a:pt x="132067" y="212919"/>
                  <a:pt x="131602" y="211679"/>
                </a:cubicBezTo>
                <a:lnTo>
                  <a:pt x="131369" y="211679"/>
                </a:lnTo>
                <a:cubicBezTo>
                  <a:pt x="129664" y="206866"/>
                  <a:pt x="126757" y="202712"/>
                  <a:pt x="122650" y="199219"/>
                </a:cubicBezTo>
                <a:cubicBezTo>
                  <a:pt x="118542" y="195727"/>
                  <a:pt x="113775" y="193979"/>
                  <a:pt x="108350" y="193979"/>
                </a:cubicBezTo>
                <a:cubicBezTo>
                  <a:pt x="103080" y="193979"/>
                  <a:pt x="98313" y="195727"/>
                  <a:pt x="94051" y="199219"/>
                </a:cubicBezTo>
                <a:cubicBezTo>
                  <a:pt x="89788" y="202712"/>
                  <a:pt x="86804" y="206788"/>
                  <a:pt x="85099" y="211444"/>
                </a:cubicBezTo>
                <a:cubicBezTo>
                  <a:pt x="84324" y="213307"/>
                  <a:pt x="83161" y="214667"/>
                  <a:pt x="81611" y="215520"/>
                </a:cubicBezTo>
                <a:cubicBezTo>
                  <a:pt x="80061" y="216374"/>
                  <a:pt x="78356" y="216802"/>
                  <a:pt x="76496" y="216802"/>
                </a:cubicBezTo>
                <a:cubicBezTo>
                  <a:pt x="74326" y="216802"/>
                  <a:pt x="71884" y="216413"/>
                  <a:pt x="69172" y="215636"/>
                </a:cubicBezTo>
                <a:cubicBezTo>
                  <a:pt x="66459" y="214860"/>
                  <a:pt x="63746" y="213889"/>
                  <a:pt x="61034" y="212725"/>
                </a:cubicBezTo>
                <a:cubicBezTo>
                  <a:pt x="58321" y="211561"/>
                  <a:pt x="55879" y="210204"/>
                  <a:pt x="53710" y="208651"/>
                </a:cubicBezTo>
                <a:cubicBezTo>
                  <a:pt x="51540" y="207098"/>
                  <a:pt x="49912" y="205546"/>
                  <a:pt x="48827" y="203993"/>
                </a:cubicBezTo>
                <a:cubicBezTo>
                  <a:pt x="48052" y="202907"/>
                  <a:pt x="47625" y="201626"/>
                  <a:pt x="47548" y="200151"/>
                </a:cubicBezTo>
                <a:cubicBezTo>
                  <a:pt x="47471" y="198676"/>
                  <a:pt x="48052" y="196620"/>
                  <a:pt x="49292" y="193979"/>
                </a:cubicBezTo>
                <a:cubicBezTo>
                  <a:pt x="50997" y="190409"/>
                  <a:pt x="51656" y="186334"/>
                  <a:pt x="51268" y="181754"/>
                </a:cubicBezTo>
                <a:cubicBezTo>
                  <a:pt x="50881" y="177174"/>
                  <a:pt x="48904" y="172944"/>
                  <a:pt x="45339" y="169063"/>
                </a:cubicBezTo>
                <a:cubicBezTo>
                  <a:pt x="43169" y="166734"/>
                  <a:pt x="40534" y="165220"/>
                  <a:pt x="37434" y="164522"/>
                </a:cubicBezTo>
                <a:cubicBezTo>
                  <a:pt x="34334" y="163823"/>
                  <a:pt x="31388" y="163551"/>
                  <a:pt x="28598" y="163707"/>
                </a:cubicBezTo>
                <a:cubicBezTo>
                  <a:pt x="25343" y="163862"/>
                  <a:pt x="22010" y="164483"/>
                  <a:pt x="18600" y="165570"/>
                </a:cubicBezTo>
                <a:cubicBezTo>
                  <a:pt x="16430" y="166191"/>
                  <a:pt x="14260" y="166036"/>
                  <a:pt x="12090" y="165104"/>
                </a:cubicBezTo>
                <a:cubicBezTo>
                  <a:pt x="10385" y="164483"/>
                  <a:pt x="8796" y="163047"/>
                  <a:pt x="7323" y="160796"/>
                </a:cubicBezTo>
                <a:cubicBezTo>
                  <a:pt x="5851" y="158545"/>
                  <a:pt x="4533" y="156061"/>
                  <a:pt x="3371" y="153344"/>
                </a:cubicBezTo>
                <a:cubicBezTo>
                  <a:pt x="2208" y="150627"/>
                  <a:pt x="1317" y="147833"/>
                  <a:pt x="696" y="144961"/>
                </a:cubicBezTo>
                <a:cubicBezTo>
                  <a:pt x="77" y="142089"/>
                  <a:pt x="-79" y="139721"/>
                  <a:pt x="231" y="137858"/>
                </a:cubicBezTo>
                <a:cubicBezTo>
                  <a:pt x="696" y="134443"/>
                  <a:pt x="2246" y="132270"/>
                  <a:pt x="4882" y="131338"/>
                </a:cubicBezTo>
                <a:cubicBezTo>
                  <a:pt x="9532" y="129475"/>
                  <a:pt x="13717" y="126409"/>
                  <a:pt x="17437" y="122140"/>
                </a:cubicBezTo>
                <a:cubicBezTo>
                  <a:pt x="21158" y="117870"/>
                  <a:pt x="23018" y="113097"/>
                  <a:pt x="23018" y="107818"/>
                </a:cubicBezTo>
                <a:cubicBezTo>
                  <a:pt x="23018" y="102385"/>
                  <a:pt x="21158" y="97650"/>
                  <a:pt x="17437" y="93613"/>
                </a:cubicBezTo>
                <a:cubicBezTo>
                  <a:pt x="13717" y="89577"/>
                  <a:pt x="9532" y="86627"/>
                  <a:pt x="4882" y="84764"/>
                </a:cubicBezTo>
                <a:cubicBezTo>
                  <a:pt x="3487" y="84299"/>
                  <a:pt x="2324" y="83173"/>
                  <a:pt x="1394" y="81388"/>
                </a:cubicBezTo>
                <a:cubicBezTo>
                  <a:pt x="464" y="79602"/>
                  <a:pt x="-1" y="77778"/>
                  <a:pt x="-1" y="75915"/>
                </a:cubicBezTo>
                <a:cubicBezTo>
                  <a:pt x="-1" y="73897"/>
                  <a:pt x="309" y="71646"/>
                  <a:pt x="929" y="69162"/>
                </a:cubicBezTo>
                <a:cubicBezTo>
                  <a:pt x="1549" y="66678"/>
                  <a:pt x="2363" y="64272"/>
                  <a:pt x="3371" y="61943"/>
                </a:cubicBezTo>
                <a:cubicBezTo>
                  <a:pt x="4378" y="59615"/>
                  <a:pt x="5541" y="57480"/>
                  <a:pt x="6858" y="55539"/>
                </a:cubicBezTo>
                <a:cubicBezTo>
                  <a:pt x="8176" y="53599"/>
                  <a:pt x="9609" y="52163"/>
                  <a:pt x="11160" y="51231"/>
                </a:cubicBezTo>
                <a:cubicBezTo>
                  <a:pt x="12400" y="50455"/>
                  <a:pt x="13601" y="50144"/>
                  <a:pt x="14764" y="50300"/>
                </a:cubicBezTo>
                <a:cubicBezTo>
                  <a:pt x="15926" y="50455"/>
                  <a:pt x="17205" y="50765"/>
                  <a:pt x="18600" y="51231"/>
                </a:cubicBezTo>
                <a:cubicBezTo>
                  <a:pt x="23250" y="53094"/>
                  <a:pt x="28094" y="53676"/>
                  <a:pt x="33132" y="52978"/>
                </a:cubicBezTo>
                <a:cubicBezTo>
                  <a:pt x="38170" y="52279"/>
                  <a:pt x="42626" y="50067"/>
                  <a:pt x="46502" y="46341"/>
                </a:cubicBezTo>
                <a:cubicBezTo>
                  <a:pt x="48362" y="44478"/>
                  <a:pt x="49718" y="42188"/>
                  <a:pt x="50571" y="39471"/>
                </a:cubicBezTo>
                <a:cubicBezTo>
                  <a:pt x="51423" y="36754"/>
                  <a:pt x="51966" y="34076"/>
                  <a:pt x="52198" y="31437"/>
                </a:cubicBezTo>
                <a:cubicBezTo>
                  <a:pt x="52431" y="28798"/>
                  <a:pt x="52431" y="26392"/>
                  <a:pt x="52198" y="24218"/>
                </a:cubicBezTo>
                <a:cubicBezTo>
                  <a:pt x="51966" y="22045"/>
                  <a:pt x="51772" y="20493"/>
                  <a:pt x="51617" y="19561"/>
                </a:cubicBezTo>
                <a:cubicBezTo>
                  <a:pt x="51307" y="18630"/>
                  <a:pt x="51036" y="17543"/>
                  <a:pt x="50803" y="16301"/>
                </a:cubicBezTo>
                <a:cubicBezTo>
                  <a:pt x="50571" y="15059"/>
                  <a:pt x="50687" y="13972"/>
                  <a:pt x="51152" y="13041"/>
                </a:cubicBezTo>
                <a:cubicBezTo>
                  <a:pt x="52082" y="10867"/>
                  <a:pt x="53748" y="8966"/>
                  <a:pt x="56151" y="7335"/>
                </a:cubicBezTo>
                <a:cubicBezTo>
                  <a:pt x="58554" y="5705"/>
                  <a:pt x="61150" y="4347"/>
                  <a:pt x="63940" y="3260"/>
                </a:cubicBezTo>
                <a:cubicBezTo>
                  <a:pt x="66730" y="2173"/>
                  <a:pt x="69443" y="1358"/>
                  <a:pt x="72078" y="815"/>
                </a:cubicBezTo>
                <a:cubicBezTo>
                  <a:pt x="74713" y="272"/>
                  <a:pt x="76806" y="0"/>
                  <a:pt x="78356" y="0"/>
                </a:cubicBezTo>
                <a:cubicBezTo>
                  <a:pt x="80371" y="0"/>
                  <a:pt x="81960" y="660"/>
                  <a:pt x="83123" y="1980"/>
                </a:cubicBezTo>
                <a:cubicBezTo>
                  <a:pt x="84285" y="3299"/>
                  <a:pt x="85099" y="4658"/>
                  <a:pt x="85564" y="6055"/>
                </a:cubicBezTo>
                <a:cubicBezTo>
                  <a:pt x="87269" y="10246"/>
                  <a:pt x="90059" y="13933"/>
                  <a:pt x="93934" y="17116"/>
                </a:cubicBezTo>
                <a:cubicBezTo>
                  <a:pt x="97810" y="20298"/>
                  <a:pt x="102382" y="21890"/>
                  <a:pt x="107653" y="21890"/>
                </a:cubicBezTo>
                <a:cubicBezTo>
                  <a:pt x="113078" y="21890"/>
                  <a:pt x="117883" y="20376"/>
                  <a:pt x="122069" y="17349"/>
                </a:cubicBezTo>
                <a:cubicBezTo>
                  <a:pt x="126254" y="14322"/>
                  <a:pt x="129199" y="10479"/>
                  <a:pt x="130904" y="5822"/>
                </a:cubicBezTo>
                <a:cubicBezTo>
                  <a:pt x="131524" y="4580"/>
                  <a:pt x="132493" y="3299"/>
                  <a:pt x="133811" y="1980"/>
                </a:cubicBezTo>
                <a:cubicBezTo>
                  <a:pt x="135128" y="660"/>
                  <a:pt x="136484" y="0"/>
                  <a:pt x="137879" y="0"/>
                </a:cubicBezTo>
                <a:cubicBezTo>
                  <a:pt x="140049" y="0"/>
                  <a:pt x="142413" y="311"/>
                  <a:pt x="144971" y="931"/>
                </a:cubicBezTo>
                <a:cubicBezTo>
                  <a:pt x="147529" y="1553"/>
                  <a:pt x="150047" y="2406"/>
                  <a:pt x="152528" y="3493"/>
                </a:cubicBezTo>
                <a:cubicBezTo>
                  <a:pt x="155008" y="4580"/>
                  <a:pt x="157294" y="5977"/>
                  <a:pt x="159387" y="7685"/>
                </a:cubicBezTo>
                <a:cubicBezTo>
                  <a:pt x="161480" y="9392"/>
                  <a:pt x="163146" y="11255"/>
                  <a:pt x="164386" y="13273"/>
                </a:cubicBezTo>
                <a:cubicBezTo>
                  <a:pt x="165161" y="14515"/>
                  <a:pt x="165393" y="15874"/>
                  <a:pt x="165083" y="17349"/>
                </a:cubicBezTo>
                <a:cubicBezTo>
                  <a:pt x="164774" y="18824"/>
                  <a:pt x="164463" y="19871"/>
                  <a:pt x="164153" y="20493"/>
                </a:cubicBezTo>
                <a:cubicBezTo>
                  <a:pt x="162138" y="24995"/>
                  <a:pt x="161518" y="29730"/>
                  <a:pt x="162293" y="34697"/>
                </a:cubicBezTo>
                <a:cubicBezTo>
                  <a:pt x="163068" y="39665"/>
                  <a:pt x="165316" y="44012"/>
                  <a:pt x="169036" y="47738"/>
                </a:cubicBezTo>
                <a:cubicBezTo>
                  <a:pt x="172756" y="51464"/>
                  <a:pt x="177329" y="53521"/>
                  <a:pt x="182755" y="53909"/>
                </a:cubicBezTo>
                <a:cubicBezTo>
                  <a:pt x="188179" y="54297"/>
                  <a:pt x="193218" y="53404"/>
                  <a:pt x="197869" y="51231"/>
                </a:cubicBezTo>
                <a:cubicBezTo>
                  <a:pt x="199107" y="50455"/>
                  <a:pt x="200619" y="50144"/>
                  <a:pt x="202402" y="50300"/>
                </a:cubicBezTo>
                <a:cubicBezTo>
                  <a:pt x="204185" y="50455"/>
                  <a:pt x="205695" y="51154"/>
                  <a:pt x="206935" y="52395"/>
                </a:cubicBezTo>
                <a:cubicBezTo>
                  <a:pt x="209261" y="54569"/>
                  <a:pt x="211314" y="57868"/>
                  <a:pt x="213097" y="62292"/>
                </a:cubicBezTo>
                <a:cubicBezTo>
                  <a:pt x="214881" y="66717"/>
                  <a:pt x="216082" y="71180"/>
                  <a:pt x="216701" y="75682"/>
                </a:cubicBezTo>
                <a:cubicBezTo>
                  <a:pt x="217012" y="78321"/>
                  <a:pt x="216586" y="80379"/>
                  <a:pt x="215424" y="81853"/>
                </a:cubicBezTo>
                <a:cubicBezTo>
                  <a:pt x="214260" y="83328"/>
                  <a:pt x="213058" y="84299"/>
                  <a:pt x="211818" y="84764"/>
                </a:cubicBezTo>
                <a:cubicBezTo>
                  <a:pt x="207013" y="86472"/>
                  <a:pt x="202906" y="89461"/>
                  <a:pt x="199496" y="93730"/>
                </a:cubicBezTo>
                <a:cubicBezTo>
                  <a:pt x="196085" y="97999"/>
                  <a:pt x="194380" y="102850"/>
                  <a:pt x="194380" y="108284"/>
                </a:cubicBezTo>
                <a:cubicBezTo>
                  <a:pt x="194380" y="113563"/>
                  <a:pt x="195814" y="118181"/>
                  <a:pt x="198681" y="122140"/>
                </a:cubicBezTo>
                <a:cubicBezTo>
                  <a:pt x="201548" y="126098"/>
                  <a:pt x="205308" y="128932"/>
                  <a:pt x="209959" y="130639"/>
                </a:cubicBezTo>
                <a:cubicBezTo>
                  <a:pt x="211043" y="131261"/>
                  <a:pt x="211974" y="131881"/>
                  <a:pt x="212748" y="132502"/>
                </a:cubicBezTo>
                <a:cubicBezTo>
                  <a:pt x="214453" y="133900"/>
                  <a:pt x="215617" y="135685"/>
                  <a:pt x="216236" y="137858"/>
                </a:cubicBezTo>
                <a:close/>
                <a:moveTo>
                  <a:pt x="108118" y="158816"/>
                </a:moveTo>
                <a:cubicBezTo>
                  <a:pt x="115093" y="158816"/>
                  <a:pt x="121681" y="157497"/>
                  <a:pt x="127881" y="154858"/>
                </a:cubicBezTo>
                <a:cubicBezTo>
                  <a:pt x="134082" y="152219"/>
                  <a:pt x="139468" y="148570"/>
                  <a:pt x="144041" y="143913"/>
                </a:cubicBezTo>
                <a:cubicBezTo>
                  <a:pt x="148614" y="139256"/>
                  <a:pt x="152218" y="133861"/>
                  <a:pt x="154853" y="127729"/>
                </a:cubicBezTo>
                <a:cubicBezTo>
                  <a:pt x="157488" y="121596"/>
                  <a:pt x="158805" y="115037"/>
                  <a:pt x="158805" y="108051"/>
                </a:cubicBezTo>
                <a:cubicBezTo>
                  <a:pt x="158805" y="101065"/>
                  <a:pt x="157488" y="94506"/>
                  <a:pt x="154853" y="88374"/>
                </a:cubicBezTo>
                <a:cubicBezTo>
                  <a:pt x="152218" y="82242"/>
                  <a:pt x="148614" y="76886"/>
                  <a:pt x="144041" y="72306"/>
                </a:cubicBezTo>
                <a:cubicBezTo>
                  <a:pt x="139468" y="67726"/>
                  <a:pt x="134082" y="64116"/>
                  <a:pt x="127881" y="61477"/>
                </a:cubicBezTo>
                <a:cubicBezTo>
                  <a:pt x="121681" y="58838"/>
                  <a:pt x="115093" y="57519"/>
                  <a:pt x="108118" y="57519"/>
                </a:cubicBezTo>
                <a:cubicBezTo>
                  <a:pt x="101142" y="57519"/>
                  <a:pt x="94593" y="58838"/>
                  <a:pt x="88470" y="61477"/>
                </a:cubicBezTo>
                <a:cubicBezTo>
                  <a:pt x="82348" y="64116"/>
                  <a:pt x="77000" y="67726"/>
                  <a:pt x="72427" y="72306"/>
                </a:cubicBezTo>
                <a:cubicBezTo>
                  <a:pt x="67854" y="76886"/>
                  <a:pt x="64250" y="82242"/>
                  <a:pt x="61615" y="88374"/>
                </a:cubicBezTo>
                <a:cubicBezTo>
                  <a:pt x="58980" y="94506"/>
                  <a:pt x="57662" y="101065"/>
                  <a:pt x="57662" y="108051"/>
                </a:cubicBezTo>
                <a:cubicBezTo>
                  <a:pt x="57662" y="115037"/>
                  <a:pt x="58980" y="121596"/>
                  <a:pt x="61615" y="127729"/>
                </a:cubicBezTo>
                <a:cubicBezTo>
                  <a:pt x="64250" y="133861"/>
                  <a:pt x="67854" y="139256"/>
                  <a:pt x="72427" y="143913"/>
                </a:cubicBezTo>
                <a:cubicBezTo>
                  <a:pt x="77000" y="148570"/>
                  <a:pt x="82348" y="152219"/>
                  <a:pt x="88470" y="154858"/>
                </a:cubicBezTo>
                <a:cubicBezTo>
                  <a:pt x="94593" y="157497"/>
                  <a:pt x="101142" y="158816"/>
                  <a:pt x="108118" y="158816"/>
                </a:cubicBezTo>
                <a:close/>
              </a:path>
            </a:pathLst>
          </a:custGeom>
          <a:gradFill flip="none" rotWithShape="1">
            <a:gsLst>
              <a:gs pos="92000">
                <a:schemeClr val="accent1">
                  <a:lumMod val="75000"/>
                  <a:alpha val="100000"/>
                </a:schemeClr>
              </a:gs>
              <a:gs pos="0">
                <a:schemeClr val="accent1">
                  <a:lumMod val="20000"/>
                  <a:lumOff val="80000"/>
                  <a:alpha val="100000"/>
                </a:schemeClr>
              </a:gs>
              <a:gs pos="40000">
                <a:schemeClr val="accent1">
                  <a:lumMod val="60000"/>
                  <a:lumOff val="40000"/>
                  <a:alpha val="100000"/>
                </a:schemeClr>
              </a:gs>
              <a:gs pos="64000">
                <a:schemeClr val="accent1">
                  <a:alpha val="100000"/>
                </a:schemeClr>
              </a:gs>
            </a:gsLst>
            <a:lin ang="2700000" scaled="1"/>
            <a:tileRect/>
          </a:gradFill>
          <a:ln w="7495" cap="flat">
            <a:noFill/>
            <a:prstDash val="solid"/>
            <a:miter/>
          </a:ln>
          <a:effectLst>
            <a:outerShdw blurRad="215900" sx="102000" sy="102000" algn="ctr" rotWithShape="0">
              <a:schemeClr val="accent1">
                <a:alpha val="40000"/>
              </a:schemeClr>
            </a:outerShdw>
          </a:effectLst>
          <a:scene3d>
            <a:camera prst="isometricOffAxis2Left"/>
            <a:lightRig rig="threePt" dir="t">
              <a:rot lat="0" lon="0" rev="10800000"/>
            </a:lightRig>
          </a:scene3d>
          <a:sp3d extrusionH="203200"/>
        </p:spPr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36" name="正文"/>
          <p:cNvSpPr txBox="1"/>
          <p:nvPr>
            <p:custDataLst>
              <p:tags r:id="rId33"/>
            </p:custDataLst>
          </p:nvPr>
        </p:nvSpPr>
        <p:spPr>
          <a:xfrm>
            <a:off x="575882" y="3837929"/>
            <a:ext cx="1889792" cy="5399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l" fontAlgn="auto">
              <a:lnSpc>
                <a:spcPct val="130000"/>
              </a:lnSpc>
            </a:pPr>
            <a:r>
              <a:rPr lang="zh-CN" altLang="en-US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输入：高速公路监控图像</a:t>
            </a:r>
            <a:r>
              <a:rPr lang="en-US" altLang="zh-CN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/</a:t>
            </a:r>
            <a:r>
              <a:rPr lang="zh-CN" altLang="en-US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视频流</a:t>
            </a:r>
            <a:endParaRPr lang="zh-CN" altLang="en-US" sz="1050" spc="150">
              <a:solidFill>
                <a:schemeClr val="tx1">
                  <a:lumMod val="65000"/>
                  <a:lumOff val="3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7" name="正文"/>
          <p:cNvSpPr txBox="1"/>
          <p:nvPr>
            <p:custDataLst>
              <p:tags r:id="rId34"/>
            </p:custDataLst>
          </p:nvPr>
        </p:nvSpPr>
        <p:spPr>
          <a:xfrm>
            <a:off x="6891214" y="3837929"/>
            <a:ext cx="1889792" cy="5399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r" fontAlgn="auto">
              <a:lnSpc>
                <a:spcPct val="130000"/>
              </a:lnSpc>
            </a:pPr>
            <a:r>
              <a:rPr lang="zh-CN" altLang="en-US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输出：车辆框、蓝光框、来源标签和统计信息</a:t>
            </a:r>
            <a:endParaRPr lang="zh-CN" altLang="en-US" sz="1050" spc="150">
              <a:solidFill>
                <a:schemeClr val="tx1">
                  <a:lumMod val="65000"/>
                  <a:lumOff val="3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8" name="正文"/>
          <p:cNvSpPr txBox="1"/>
          <p:nvPr>
            <p:custDataLst>
              <p:tags r:id="rId35"/>
            </p:custDataLst>
          </p:nvPr>
        </p:nvSpPr>
        <p:spPr>
          <a:xfrm>
            <a:off x="5279285" y="2290763"/>
            <a:ext cx="1889792" cy="5399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r" fontAlgn="auto">
              <a:lnSpc>
                <a:spcPct val="130000"/>
              </a:lnSpc>
            </a:pPr>
            <a:r>
              <a:rPr lang="zh-CN" altLang="en-US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难点：夜间、隧道、雨天反光、路灯路牌干扰</a:t>
            </a:r>
            <a:endParaRPr lang="zh-CN" altLang="en-US" sz="1050" spc="150">
              <a:solidFill>
                <a:schemeClr val="tx1">
                  <a:lumMod val="65000"/>
                  <a:lumOff val="3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9" name="正文"/>
          <p:cNvSpPr txBox="1"/>
          <p:nvPr>
            <p:custDataLst>
              <p:tags r:id="rId36"/>
            </p:custDataLst>
          </p:nvPr>
        </p:nvSpPr>
        <p:spPr>
          <a:xfrm>
            <a:off x="2292574" y="2290763"/>
            <a:ext cx="1889792" cy="5399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indent="0" algn="l" fontAlgn="auto">
              <a:lnSpc>
                <a:spcPct val="130000"/>
              </a:lnSpc>
            </a:pPr>
            <a:r>
              <a:rPr lang="zh-CN" altLang="en-US" sz="1050" spc="15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sym typeface="+mn-ea"/>
              </a:rPr>
              <a:t>目标：检测车辆蓝光区域并定位来源</a:t>
            </a:r>
            <a:endParaRPr lang="zh-CN" altLang="en-US" sz="1050" spc="150">
              <a:solidFill>
                <a:schemeClr val="tx1">
                  <a:lumMod val="65000"/>
                  <a:lumOff val="35000"/>
                </a:schemeClr>
              </a:solidFill>
              <a:latin typeface="+mn-ea"/>
              <a:sym typeface="+mn-ea"/>
            </a:endParaRPr>
          </a:p>
        </p:txBody>
      </p:sp>
    </p:spTree>
    <p:custDataLst>
      <p:tags r:id="rId37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标题 50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总体方案</a:t>
            </a:r>
            <a:endParaRPr lang="zh-CN" altLang="en-US"/>
          </a:p>
        </p:txBody>
      </p:sp>
      <p:sp>
        <p:nvSpPr>
          <p:cNvPr id="4" name="任意多边形 14"/>
          <p:cNvSpPr/>
          <p:nvPr>
            <p:custDataLst>
              <p:tags r:id="rId2"/>
            </p:custDataLst>
          </p:nvPr>
        </p:nvSpPr>
        <p:spPr>
          <a:xfrm rot="5400000" flipH="1">
            <a:off x="4787504" y="1725037"/>
            <a:ext cx="3512344" cy="4171950"/>
          </a:xfrm>
          <a:custGeom>
            <a:avLst/>
            <a:gdLst>
              <a:gd name="adj1" fmla="val 4467"/>
              <a:gd name="adj2" fmla="val 0"/>
              <a:gd name="a1" fmla="pin 0 adj1 50000"/>
              <a:gd name="a2" fmla="pin 0 adj2 50000"/>
              <a:gd name="tx1" fmla="*/ ss a1 100000"/>
              <a:gd name="tx2" fmla="+- r 0 tx1"/>
              <a:gd name="bx1" fmla="*/ ss a2 100000"/>
              <a:gd name="bx2" fmla="+- r 0 bx1"/>
              <a:gd name="by1" fmla="+- b 0 bx1"/>
              <a:gd name="d" fmla="+- tx1 0 bx1"/>
              <a:gd name="tdx" fmla="*/ tx1 29289 100000"/>
              <a:gd name="bdx" fmla="*/ bx1 29289 100000"/>
              <a:gd name="il" fmla="?: d tdx bdx"/>
              <a:gd name="ir" fmla="+- r 0 il"/>
              <a:gd name="ib" fmla="+- b 0 bdx"/>
            </a:gdLst>
            <a:ahLst/>
            <a:cxnLst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3">
                <a:pos x="hc" y="t"/>
              </a:cxn>
            </a:cxnLst>
            <a:rect l="l" t="t" r="r" b="b"/>
            <a:pathLst>
              <a:path w="7375" h="8760">
                <a:moveTo>
                  <a:pt x="329" y="0"/>
                </a:moveTo>
                <a:lnTo>
                  <a:pt x="7046" y="0"/>
                </a:lnTo>
                <a:cubicBezTo>
                  <a:pt x="7228" y="0"/>
                  <a:pt x="7375" y="147"/>
                  <a:pt x="7375" y="329"/>
                </a:cubicBezTo>
                <a:lnTo>
                  <a:pt x="7375" y="8264"/>
                </a:lnTo>
                <a:lnTo>
                  <a:pt x="456" y="8264"/>
                </a:lnTo>
                <a:lnTo>
                  <a:pt x="456" y="8760"/>
                </a:lnTo>
                <a:lnTo>
                  <a:pt x="0" y="8760"/>
                </a:lnTo>
                <a:lnTo>
                  <a:pt x="0" y="329"/>
                </a:lnTo>
                <a:cubicBezTo>
                  <a:pt x="0" y="147"/>
                  <a:pt x="147" y="0"/>
                  <a:pt x="329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10000"/>
            </a:schemeClr>
          </a:solidFill>
          <a:ln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431958" tIns="0" rIns="80962" numCol="1" spcCol="0" rtlCol="0" fromWordArt="0" anchor="ctr" anchorCtr="0" forceAA="0" compatLnSpc="1">
            <a:noAutofit/>
          </a:bodyPr>
          <a:p>
            <a:pPr lvl="0" algn="l">
              <a:lnSpc>
                <a:spcPct val="130000"/>
              </a:lnSpc>
              <a:spcAft>
                <a:spcPts val="0"/>
              </a:spcAft>
              <a:buClrTx/>
              <a:buSzTx/>
              <a:buFontTx/>
            </a:pPr>
            <a:r>
              <a:rPr lang="en-US" altLang="zh-CN" sz="1050" dirty="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  </a:t>
            </a: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5" name="任意多边形 15"/>
          <p:cNvSpPr/>
          <p:nvPr>
            <p:custDataLst>
              <p:tags r:id="rId3"/>
            </p:custDataLst>
          </p:nvPr>
        </p:nvSpPr>
        <p:spPr>
          <a:xfrm rot="16200000">
            <a:off x="870347" y="1521202"/>
            <a:ext cx="3486626" cy="4171950"/>
          </a:xfrm>
          <a:custGeom>
            <a:avLst/>
            <a:gdLst>
              <a:gd name="connsiteX0" fmla="*/ 0 w 7321"/>
              <a:gd name="connsiteY0" fmla="*/ 8760 h 8760"/>
              <a:gd name="connsiteX1" fmla="*/ 0 w 7321"/>
              <a:gd name="connsiteY1" fmla="*/ 329 h 8760"/>
              <a:gd name="connsiteX2" fmla="*/ 326 w 7321"/>
              <a:gd name="connsiteY2" fmla="*/ 0 h 8760"/>
              <a:gd name="connsiteX3" fmla="*/ 6980 w 7321"/>
              <a:gd name="connsiteY3" fmla="*/ 0 h 8760"/>
              <a:gd name="connsiteX4" fmla="*/ 7306 w 7321"/>
              <a:gd name="connsiteY4" fmla="*/ 329 h 8760"/>
              <a:gd name="connsiteX5" fmla="*/ 7321 w 7321"/>
              <a:gd name="connsiteY5" fmla="*/ 8745 h 8760"/>
              <a:gd name="connsiteX6" fmla="*/ 6916 w 7321"/>
              <a:gd name="connsiteY6" fmla="*/ 8747 h 8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21" h="8760">
                <a:moveTo>
                  <a:pt x="0" y="8760"/>
                </a:moveTo>
                <a:lnTo>
                  <a:pt x="0" y="329"/>
                </a:lnTo>
                <a:cubicBezTo>
                  <a:pt x="0" y="147"/>
                  <a:pt x="146" y="0"/>
                  <a:pt x="326" y="0"/>
                </a:cubicBezTo>
                <a:lnTo>
                  <a:pt x="6980" y="0"/>
                </a:lnTo>
                <a:cubicBezTo>
                  <a:pt x="7160" y="0"/>
                  <a:pt x="7306" y="147"/>
                  <a:pt x="7306" y="329"/>
                </a:cubicBezTo>
                <a:lnTo>
                  <a:pt x="7321" y="8745"/>
                </a:lnTo>
                <a:cubicBezTo>
                  <a:pt x="7186" y="8745"/>
                  <a:pt x="7055" y="8750"/>
                  <a:pt x="6916" y="8747"/>
                </a:cubicBezTo>
              </a:path>
            </a:pathLst>
          </a:custGeom>
          <a:solidFill>
            <a:schemeClr val="accent1">
              <a:lumMod val="40000"/>
              <a:lumOff val="60000"/>
              <a:alpha val="10000"/>
            </a:schemeClr>
          </a:solidFill>
          <a:ln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431958" tIns="0" rIns="80962" numCol="1" spcCol="0" rtlCol="0" fromWordArt="0" anchor="ctr" anchorCtr="0" forceAA="0" compatLnSpc="1">
            <a:noAutofit/>
          </a:bodyPr>
          <a:p>
            <a:pPr lvl="0" algn="l">
              <a:lnSpc>
                <a:spcPct val="130000"/>
              </a:lnSpc>
              <a:spcAft>
                <a:spcPts val="0"/>
              </a:spcAft>
              <a:buClrTx/>
              <a:buSzTx/>
              <a:buFontTx/>
            </a:pPr>
            <a:endParaRPr lang="en-US" altLang="zh-CN" sz="1050" dirty="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6" name="任意多边形 21"/>
          <p:cNvSpPr/>
          <p:nvPr>
            <p:custDataLst>
              <p:tags r:id="rId4"/>
            </p:custDataLst>
          </p:nvPr>
        </p:nvSpPr>
        <p:spPr>
          <a:xfrm>
            <a:off x="4457939" y="2054602"/>
            <a:ext cx="377666" cy="351236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93" h="7410">
                <a:moveTo>
                  <a:pt x="494" y="0"/>
                </a:moveTo>
                <a:lnTo>
                  <a:pt x="793" y="0"/>
                </a:lnTo>
                <a:lnTo>
                  <a:pt x="793" y="7410"/>
                </a:lnTo>
                <a:lnTo>
                  <a:pt x="0" y="7410"/>
                </a:lnTo>
                <a:lnTo>
                  <a:pt x="0" y="6949"/>
                </a:lnTo>
                <a:lnTo>
                  <a:pt x="494" y="6949"/>
                </a:lnTo>
                <a:lnTo>
                  <a:pt x="494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  <a:alpha val="32000"/>
                </a:schemeClr>
              </a:gs>
              <a:gs pos="83000">
                <a:schemeClr val="accent1">
                  <a:lumMod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7" name="直角三角形 19"/>
          <p:cNvSpPr/>
          <p:nvPr>
            <p:custDataLst>
              <p:tags r:id="rId5"/>
            </p:custDataLst>
          </p:nvPr>
        </p:nvSpPr>
        <p:spPr>
          <a:xfrm flipV="1">
            <a:off x="4459844" y="5348823"/>
            <a:ext cx="242411" cy="218123"/>
          </a:xfrm>
          <a:prstGeom prst="rtTriangle">
            <a:avLst/>
          </a:prstGeom>
          <a:solidFill>
            <a:schemeClr val="accent1">
              <a:alpha val="53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 sz="1350">
              <a:solidFill>
                <a:schemeClr val="lt1"/>
              </a:solidFill>
              <a:sym typeface="+mn-ea"/>
            </a:endParaRPr>
          </a:p>
        </p:txBody>
      </p:sp>
      <p:sp>
        <p:nvSpPr>
          <p:cNvPr id="8" name="文本框 2"/>
          <p:cNvSpPr txBox="1"/>
          <p:nvPr>
            <p:custDataLst>
              <p:tags r:id="rId6"/>
            </p:custDataLst>
          </p:nvPr>
        </p:nvSpPr>
        <p:spPr>
          <a:xfrm>
            <a:off x="1387555" y="2223194"/>
            <a:ext cx="2992279" cy="7839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indent="0" algn="l" fontAlgn="ctr">
              <a:lnSpc>
                <a:spcPct val="150000"/>
              </a:lnSpc>
              <a:spcAft>
                <a:spcPts val="0"/>
              </a:spcAft>
            </a:pP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图像预处理：高斯去噪</a:t>
            </a:r>
            <a:r>
              <a:rPr lang="en-US" altLang="zh-CN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 + CLAHE </a:t>
            </a: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亮度增强</a:t>
            </a:r>
            <a:endParaRPr lang="zh-CN" altLang="en-US" sz="1200" kern="1300" dirty="0">
              <a:solidFill>
                <a:schemeClr val="tx1">
                  <a:lumMod val="85000"/>
                  <a:lumOff val="15000"/>
                </a:schemeClr>
              </a:solidFill>
              <a:uFillTx/>
              <a:sym typeface="+mn-ea"/>
            </a:endParaRPr>
          </a:p>
        </p:txBody>
      </p:sp>
      <p:sp>
        <p:nvSpPr>
          <p:cNvPr id="21" name="文本框 20"/>
          <p:cNvSpPr txBox="1"/>
          <p:nvPr>
            <p:custDataLst>
              <p:tags r:id="rId7"/>
            </p:custDataLst>
          </p:nvPr>
        </p:nvSpPr>
        <p:spPr>
          <a:xfrm>
            <a:off x="806054" y="2390834"/>
            <a:ext cx="492919" cy="557213"/>
          </a:xfrm>
          <a:prstGeom prst="rect">
            <a:avLst/>
          </a:prstGeom>
          <a:noFill/>
        </p:spPr>
        <p:txBody>
          <a:bodyPr wrap="none" lIns="0" tIns="27146" rIns="0" bIns="0" rtlCol="0" anchor="ctr" anchorCtr="0">
            <a:noAutofit/>
          </a:bodyPr>
          <a:p>
            <a:pPr algn="ctr" fontAlgn="ctr"/>
            <a:r>
              <a:rPr lang="en-US" altLang="zh-CN" sz="2100" b="1" dirty="0">
                <a:gradFill>
                  <a:gsLst>
                    <a:gs pos="0">
                      <a:schemeClr val="accent1">
                        <a:alpha val="50000"/>
                      </a:schemeClr>
                    </a:gs>
                    <a:gs pos="94000">
                      <a:schemeClr val="accent1">
                        <a:alpha val="50000"/>
                      </a:schemeClr>
                    </a:gs>
                  </a:gsLst>
                  <a:lin ang="5400000" scaled="0"/>
                </a:gradFill>
                <a:latin typeface="+mj-lt"/>
                <a:ea typeface="+mj-lt"/>
                <a:sym typeface="+mn-ea"/>
              </a:rPr>
              <a:t>01</a:t>
            </a:r>
            <a:endParaRPr lang="en-US" altLang="zh-CN" sz="2100" b="1" dirty="0">
              <a:gradFill>
                <a:gsLst>
                  <a:gs pos="0">
                    <a:schemeClr val="accent1">
                      <a:alpha val="50000"/>
                    </a:schemeClr>
                  </a:gs>
                  <a:gs pos="94000">
                    <a:schemeClr val="accent1">
                      <a:alpha val="50000"/>
                    </a:schemeClr>
                  </a:gs>
                </a:gsLst>
                <a:lin ang="5400000" scaled="0"/>
              </a:gradFill>
              <a:latin typeface="+mj-lt"/>
              <a:ea typeface="+mj-lt"/>
              <a:sym typeface="+mn-ea"/>
            </a:endParaRPr>
          </a:p>
        </p:txBody>
      </p:sp>
      <p:sp>
        <p:nvSpPr>
          <p:cNvPr id="9" name="文本框 1"/>
          <p:cNvSpPr txBox="1"/>
          <p:nvPr>
            <p:custDataLst>
              <p:tags r:id="rId8"/>
            </p:custDataLst>
          </p:nvPr>
        </p:nvSpPr>
        <p:spPr>
          <a:xfrm>
            <a:off x="1387555" y="3159978"/>
            <a:ext cx="2992279" cy="7839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indent="0" algn="l" fontAlgn="ctr">
              <a:lnSpc>
                <a:spcPct val="150000"/>
              </a:lnSpc>
              <a:spcAft>
                <a:spcPts val="0"/>
              </a:spcAft>
            </a:pP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蓝光分割：</a:t>
            </a:r>
            <a:r>
              <a:rPr lang="en-US" altLang="zh-CN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HSV </a:t>
            </a: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自适应阈值</a:t>
            </a:r>
            <a:endParaRPr lang="zh-CN" altLang="en-US" sz="1200" kern="1300" dirty="0">
              <a:solidFill>
                <a:schemeClr val="tx1">
                  <a:lumMod val="85000"/>
                  <a:lumOff val="15000"/>
                </a:schemeClr>
              </a:solidFill>
              <a:uFillTx/>
              <a:sym typeface="+mn-ea"/>
            </a:endParaRPr>
          </a:p>
        </p:txBody>
      </p:sp>
      <p:sp>
        <p:nvSpPr>
          <p:cNvPr id="10" name="文本框 3"/>
          <p:cNvSpPr txBox="1"/>
          <p:nvPr>
            <p:custDataLst>
              <p:tags r:id="rId9"/>
            </p:custDataLst>
          </p:nvPr>
        </p:nvSpPr>
        <p:spPr>
          <a:xfrm>
            <a:off x="806054" y="3327618"/>
            <a:ext cx="492919" cy="557213"/>
          </a:xfrm>
          <a:prstGeom prst="rect">
            <a:avLst/>
          </a:prstGeom>
          <a:noFill/>
        </p:spPr>
        <p:txBody>
          <a:bodyPr wrap="none" lIns="0" tIns="27146" rIns="0" bIns="0" rtlCol="0" anchor="ctr" anchorCtr="0">
            <a:noAutofit/>
          </a:bodyPr>
          <a:p>
            <a:pPr algn="ctr" fontAlgn="ctr"/>
            <a:r>
              <a:rPr lang="en-US" altLang="zh-CN" sz="2100" b="1" dirty="0">
                <a:gradFill>
                  <a:gsLst>
                    <a:gs pos="0">
                      <a:schemeClr val="accent2">
                        <a:alpha val="50000"/>
                      </a:schemeClr>
                    </a:gs>
                    <a:gs pos="94000">
                      <a:schemeClr val="accent2">
                        <a:alpha val="50000"/>
                      </a:schemeClr>
                    </a:gs>
                  </a:gsLst>
                  <a:lin ang="5400000" scaled="0"/>
                </a:gradFill>
                <a:latin typeface="+mj-lt"/>
                <a:ea typeface="+mj-lt"/>
                <a:sym typeface="+mn-ea"/>
              </a:rPr>
              <a:t>02</a:t>
            </a:r>
            <a:endParaRPr lang="en-US" altLang="zh-CN" sz="2100" b="1" dirty="0">
              <a:gradFill>
                <a:gsLst>
                  <a:gs pos="0">
                    <a:schemeClr val="accent2">
                      <a:alpha val="50000"/>
                    </a:schemeClr>
                  </a:gs>
                  <a:gs pos="94000">
                    <a:schemeClr val="accent2">
                      <a:alpha val="50000"/>
                    </a:schemeClr>
                  </a:gs>
                </a:gsLst>
                <a:lin ang="5400000" scaled="0"/>
              </a:gradFill>
              <a:latin typeface="+mj-lt"/>
              <a:ea typeface="+mj-lt"/>
              <a:sym typeface="+mn-ea"/>
            </a:endParaRPr>
          </a:p>
        </p:txBody>
      </p:sp>
      <p:sp>
        <p:nvSpPr>
          <p:cNvPr id="26" name="文本框 8"/>
          <p:cNvSpPr txBox="1"/>
          <p:nvPr>
            <p:custDataLst>
              <p:tags r:id="rId10"/>
            </p:custDataLst>
          </p:nvPr>
        </p:nvSpPr>
        <p:spPr>
          <a:xfrm>
            <a:off x="1387555" y="4096762"/>
            <a:ext cx="2992279" cy="7839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indent="0" algn="l" fontAlgn="ctr">
              <a:lnSpc>
                <a:spcPct val="150000"/>
              </a:lnSpc>
              <a:spcAft>
                <a:spcPts val="0"/>
              </a:spcAft>
            </a:pP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形态学去噪：开</a:t>
            </a:r>
            <a:r>
              <a:rPr lang="en-US" altLang="zh-CN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/</a:t>
            </a: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闭运算</a:t>
            </a:r>
            <a:r>
              <a:rPr lang="en-US" altLang="zh-CN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 + </a:t>
            </a: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面积过滤</a:t>
            </a:r>
            <a:endParaRPr lang="zh-CN" altLang="en-US" sz="1200" kern="1300" dirty="0">
              <a:solidFill>
                <a:schemeClr val="tx1">
                  <a:lumMod val="85000"/>
                  <a:lumOff val="15000"/>
                </a:schemeClr>
              </a:solidFill>
              <a:uFillTx/>
              <a:sym typeface="+mn-ea"/>
            </a:endParaRPr>
          </a:p>
        </p:txBody>
      </p:sp>
      <p:sp>
        <p:nvSpPr>
          <p:cNvPr id="27" name="文本框 9"/>
          <p:cNvSpPr txBox="1"/>
          <p:nvPr>
            <p:custDataLst>
              <p:tags r:id="rId11"/>
            </p:custDataLst>
          </p:nvPr>
        </p:nvSpPr>
        <p:spPr>
          <a:xfrm>
            <a:off x="806054" y="4264402"/>
            <a:ext cx="492919" cy="557213"/>
          </a:xfrm>
          <a:prstGeom prst="rect">
            <a:avLst/>
          </a:prstGeom>
          <a:noFill/>
        </p:spPr>
        <p:txBody>
          <a:bodyPr wrap="none" lIns="0" tIns="27146" rIns="0" bIns="0" rtlCol="0" anchor="ctr" anchorCtr="0">
            <a:noAutofit/>
          </a:bodyPr>
          <a:p>
            <a:pPr algn="ctr" fontAlgn="ctr"/>
            <a:r>
              <a:rPr lang="en-US" altLang="zh-CN" sz="2100" b="1" dirty="0">
                <a:gradFill>
                  <a:gsLst>
                    <a:gs pos="0">
                      <a:schemeClr val="accent3">
                        <a:alpha val="50000"/>
                      </a:schemeClr>
                    </a:gs>
                    <a:gs pos="94000">
                      <a:schemeClr val="accent3">
                        <a:alpha val="50000"/>
                      </a:schemeClr>
                    </a:gs>
                  </a:gsLst>
                  <a:lin ang="5400000" scaled="0"/>
                </a:gradFill>
                <a:latin typeface="+mj-lt"/>
                <a:ea typeface="+mj-lt"/>
                <a:sym typeface="+mn-ea"/>
              </a:rPr>
              <a:t>03</a:t>
            </a:r>
            <a:endParaRPr lang="en-US" altLang="zh-CN" sz="2100" b="1" dirty="0">
              <a:gradFill>
                <a:gsLst>
                  <a:gs pos="0">
                    <a:schemeClr val="accent3">
                      <a:alpha val="50000"/>
                    </a:schemeClr>
                  </a:gs>
                  <a:gs pos="94000">
                    <a:schemeClr val="accent3">
                      <a:alpha val="50000"/>
                    </a:schemeClr>
                  </a:gs>
                </a:gsLst>
                <a:lin ang="5400000" scaled="0"/>
              </a:gradFill>
              <a:latin typeface="+mj-lt"/>
              <a:ea typeface="+mj-lt"/>
              <a:sym typeface="+mn-ea"/>
            </a:endParaRPr>
          </a:p>
        </p:txBody>
      </p:sp>
      <p:sp>
        <p:nvSpPr>
          <p:cNvPr id="28" name="文本框 10"/>
          <p:cNvSpPr txBox="1"/>
          <p:nvPr>
            <p:custDataLst>
              <p:tags r:id="rId12"/>
            </p:custDataLst>
          </p:nvPr>
        </p:nvSpPr>
        <p:spPr>
          <a:xfrm>
            <a:off x="5377101" y="2644199"/>
            <a:ext cx="2992279" cy="109918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indent="0" algn="l" fontAlgn="ctr">
              <a:lnSpc>
                <a:spcPct val="150000"/>
              </a:lnSpc>
              <a:spcAft>
                <a:spcPts val="0"/>
              </a:spcAft>
            </a:pP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车辆检测：</a:t>
            </a:r>
            <a:r>
              <a:rPr lang="en-US" altLang="zh-CN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YOLOv8n </a:t>
            </a: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轻量检测</a:t>
            </a:r>
            <a:endParaRPr lang="zh-CN" altLang="en-US" sz="1200" kern="1300" dirty="0">
              <a:solidFill>
                <a:schemeClr val="tx1">
                  <a:lumMod val="85000"/>
                  <a:lumOff val="15000"/>
                </a:schemeClr>
              </a:solidFill>
              <a:uFillTx/>
              <a:sym typeface="+mn-ea"/>
            </a:endParaRPr>
          </a:p>
        </p:txBody>
      </p:sp>
      <p:sp>
        <p:nvSpPr>
          <p:cNvPr id="29" name="文本框 11"/>
          <p:cNvSpPr txBox="1"/>
          <p:nvPr>
            <p:custDataLst>
              <p:tags r:id="rId13"/>
            </p:custDataLst>
          </p:nvPr>
        </p:nvSpPr>
        <p:spPr>
          <a:xfrm>
            <a:off x="4764167" y="2969478"/>
            <a:ext cx="517208" cy="557213"/>
          </a:xfrm>
          <a:prstGeom prst="rect">
            <a:avLst/>
          </a:prstGeom>
          <a:noFill/>
        </p:spPr>
        <p:txBody>
          <a:bodyPr wrap="none" lIns="0" tIns="27146" rIns="0" bIns="0" rtlCol="0" anchor="ctr" anchorCtr="0">
            <a:noAutofit/>
          </a:bodyPr>
          <a:p>
            <a:pPr algn="ctr" fontAlgn="ctr"/>
            <a:r>
              <a:rPr lang="en-US" altLang="zh-CN" sz="2100" b="1" dirty="0">
                <a:gradFill>
                  <a:gsLst>
                    <a:gs pos="0">
                      <a:schemeClr val="accent4">
                        <a:alpha val="50000"/>
                      </a:schemeClr>
                    </a:gs>
                    <a:gs pos="94000">
                      <a:schemeClr val="accent4">
                        <a:alpha val="50000"/>
                      </a:schemeClr>
                    </a:gs>
                  </a:gsLst>
                  <a:lin ang="5400000" scaled="0"/>
                </a:gradFill>
                <a:latin typeface="+mj-lt"/>
                <a:ea typeface="+mj-lt"/>
                <a:sym typeface="+mn-ea"/>
              </a:rPr>
              <a:t>04</a:t>
            </a:r>
            <a:endParaRPr lang="en-US" altLang="zh-CN" sz="2100" b="1" dirty="0">
              <a:gradFill>
                <a:gsLst>
                  <a:gs pos="0">
                    <a:schemeClr val="accent4">
                      <a:alpha val="50000"/>
                    </a:schemeClr>
                  </a:gs>
                  <a:gs pos="94000">
                    <a:schemeClr val="accent4">
                      <a:alpha val="50000"/>
                    </a:schemeClr>
                  </a:gs>
                </a:gsLst>
                <a:lin ang="5400000" scaled="0"/>
              </a:gradFill>
              <a:latin typeface="+mj-lt"/>
              <a:ea typeface="+mj-lt"/>
              <a:sym typeface="+mn-ea"/>
            </a:endParaRPr>
          </a:p>
        </p:txBody>
      </p:sp>
      <p:sp>
        <p:nvSpPr>
          <p:cNvPr id="30" name="文本框 12"/>
          <p:cNvSpPr txBox="1"/>
          <p:nvPr>
            <p:custDataLst>
              <p:tags r:id="rId14"/>
            </p:custDataLst>
          </p:nvPr>
        </p:nvSpPr>
        <p:spPr>
          <a:xfrm>
            <a:off x="5377101" y="3859113"/>
            <a:ext cx="2992279" cy="109918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p>
            <a:pPr indent="0" algn="l" fontAlgn="ctr">
              <a:lnSpc>
                <a:spcPct val="150000"/>
              </a:lnSpc>
              <a:spcAft>
                <a:spcPts val="0"/>
              </a:spcAft>
            </a:pPr>
            <a:r>
              <a:rPr lang="zh-CN" altLang="en-US" sz="1200" kern="1300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sym typeface="+mn-ea"/>
              </a:rPr>
              <a:t>关联匹配：蓝光区域落入车辆框比例</a:t>
            </a:r>
            <a:endParaRPr lang="zh-CN" altLang="en-US" sz="1200" kern="1300" dirty="0">
              <a:solidFill>
                <a:schemeClr val="tx1">
                  <a:lumMod val="85000"/>
                  <a:lumOff val="15000"/>
                </a:schemeClr>
              </a:solidFill>
              <a:uFillTx/>
              <a:sym typeface="+mn-ea"/>
            </a:endParaRPr>
          </a:p>
        </p:txBody>
      </p:sp>
      <p:sp>
        <p:nvSpPr>
          <p:cNvPr id="31" name="文本框 13"/>
          <p:cNvSpPr txBox="1"/>
          <p:nvPr>
            <p:custDataLst>
              <p:tags r:id="rId15"/>
            </p:custDataLst>
          </p:nvPr>
        </p:nvSpPr>
        <p:spPr>
          <a:xfrm>
            <a:off x="4764167" y="4184392"/>
            <a:ext cx="517208" cy="557213"/>
          </a:xfrm>
          <a:prstGeom prst="rect">
            <a:avLst/>
          </a:prstGeom>
          <a:noFill/>
        </p:spPr>
        <p:txBody>
          <a:bodyPr wrap="none" lIns="0" tIns="27146" rIns="0" bIns="0" rtlCol="0" anchor="ctr" anchorCtr="0">
            <a:noAutofit/>
          </a:bodyPr>
          <a:p>
            <a:pPr algn="ctr" fontAlgn="ctr"/>
            <a:r>
              <a:rPr lang="en-US" altLang="zh-CN" sz="2100" b="1" dirty="0">
                <a:gradFill>
                  <a:gsLst>
                    <a:gs pos="0">
                      <a:schemeClr val="accent5">
                        <a:alpha val="50000"/>
                      </a:schemeClr>
                    </a:gs>
                    <a:gs pos="94000">
                      <a:schemeClr val="accent5">
                        <a:alpha val="50000"/>
                      </a:schemeClr>
                    </a:gs>
                  </a:gsLst>
                  <a:lin ang="5400000" scaled="0"/>
                </a:gradFill>
                <a:latin typeface="+mj-lt"/>
                <a:ea typeface="+mj-lt"/>
                <a:sym typeface="+mn-ea"/>
              </a:rPr>
              <a:t>05</a:t>
            </a:r>
            <a:endParaRPr lang="en-US" altLang="zh-CN" sz="2100" b="1" dirty="0">
              <a:gradFill>
                <a:gsLst>
                  <a:gs pos="0">
                    <a:schemeClr val="accent5">
                      <a:alpha val="50000"/>
                    </a:schemeClr>
                  </a:gs>
                  <a:gs pos="94000">
                    <a:schemeClr val="accent5">
                      <a:alpha val="50000"/>
                    </a:schemeClr>
                  </a:gs>
                </a:gsLst>
                <a:lin ang="5400000" scaled="0"/>
              </a:gradFill>
              <a:latin typeface="+mj-lt"/>
              <a:ea typeface="+mj-lt"/>
              <a:sym typeface="+mn-ea"/>
            </a:endParaRPr>
          </a:p>
        </p:txBody>
      </p:sp>
    </p:spTree>
    <p:custDataLst>
      <p:tags r:id="rId1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21747" y="1153054"/>
            <a:ext cx="8100000" cy="594000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核心算法</a:t>
            </a:r>
            <a:endParaRPr lang="zh-CN" altLang="en-US" dirty="0"/>
          </a:p>
        </p:txBody>
      </p:sp>
      <p:sp useBgFill="1">
        <p:nvSpPr>
          <p:cNvPr id="2" name="燕尾形 60"/>
          <p:cNvSpPr/>
          <p:nvPr>
            <p:custDataLst>
              <p:tags r:id="rId2"/>
            </p:custDataLst>
          </p:nvPr>
        </p:nvSpPr>
        <p:spPr>
          <a:xfrm>
            <a:off x="6767513" y="2300764"/>
            <a:ext cx="1740218" cy="2795588"/>
          </a:xfrm>
          <a:prstGeom prst="chevron">
            <a:avLst>
              <a:gd name="adj" fmla="val 17570"/>
            </a:avLst>
          </a:prstGeom>
          <a:ln w="3175">
            <a:noFill/>
          </a:ln>
          <a:effectLst>
            <a:outerShdw blurRad="317500" dist="228600" sx="87000" sy="87000" algn="l" rotWithShape="0">
              <a:schemeClr val="accent5">
                <a:alpha val="6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67627" tIns="0" rIns="0" bIns="0" numCol="1" spcCol="0" rtlCol="0" fromWordArt="0" anchor="ctr" anchorCtr="0" forceAA="0" compatLnSpc="1">
            <a:noAutofit/>
          </a:bodyPr>
          <a:p>
            <a:pPr lvl="0" algn="ctr">
              <a:lnSpc>
                <a:spcPct val="150000"/>
              </a:lnSpc>
              <a:buClrTx/>
              <a:buSzTx/>
              <a:buFontTx/>
            </a:pPr>
            <a:endParaRPr lang="zh-CN" altLang="en-US" sz="1050" kern="0" dirty="0">
              <a:ln>
                <a:noFill/>
                <a:prstDash val="sysDot"/>
              </a:ln>
              <a:solidFill>
                <a:srgbClr val="262626"/>
              </a:solidFill>
              <a:latin typeface="+mn-ea"/>
              <a:sym typeface="+mn-ea"/>
            </a:endParaRPr>
          </a:p>
        </p:txBody>
      </p:sp>
      <p:sp>
        <p:nvSpPr>
          <p:cNvPr id="4" name="燕尾形 60"/>
          <p:cNvSpPr/>
          <p:nvPr>
            <p:custDataLst>
              <p:tags r:id="rId3"/>
            </p:custDataLst>
          </p:nvPr>
        </p:nvSpPr>
        <p:spPr>
          <a:xfrm>
            <a:off x="6767513" y="2299335"/>
            <a:ext cx="1740218" cy="2795588"/>
          </a:xfrm>
          <a:prstGeom prst="chevron">
            <a:avLst>
              <a:gd name="adj" fmla="val 17570"/>
            </a:avLst>
          </a:prstGeom>
          <a:solidFill>
            <a:schemeClr val="lt1">
              <a:lumMod val="100000"/>
              <a:alpha val="20000"/>
            </a:schemeClr>
          </a:solidFill>
          <a:ln w="3175">
            <a:solidFill>
              <a:schemeClr val="accent5">
                <a:alpha val="6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89000" tIns="0" rIns="0" bIns="0" numCol="1" spcCol="0" rtlCol="0" fromWordArt="0" anchor="ctr" anchorCtr="0" forceAA="0" compatLnSpc="1">
            <a:noAutofit/>
          </a:bodyPr>
          <a:p>
            <a:pPr lvl="0">
              <a:lnSpc>
                <a:spcPct val="150000"/>
              </a:lnSpc>
              <a:buClrTx/>
              <a:buSzTx/>
              <a:buFontTx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来源分类：左灯、右灯、车牌附近、车身反光</a:t>
            </a:r>
            <a:endParaRPr lang="zh-CN" altLang="en-US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pic>
        <p:nvPicPr>
          <p:cNvPr id="12" name="图片 16" descr="343439383331313b343532303033323bd3a6d3c3b9dcc0ed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11403" y="2423636"/>
            <a:ext cx="269558" cy="269558"/>
          </a:xfrm>
          <a:prstGeom prst="rect">
            <a:avLst/>
          </a:prstGeom>
        </p:spPr>
      </p:pic>
      <p:cxnSp>
        <p:nvCxnSpPr>
          <p:cNvPr id="13" name="直接连接符 2"/>
          <p:cNvCxnSpPr/>
          <p:nvPr>
            <p:custDataLst>
              <p:tags r:id="rId7"/>
            </p:custDataLst>
          </p:nvPr>
        </p:nvCxnSpPr>
        <p:spPr>
          <a:xfrm>
            <a:off x="6883718" y="2836545"/>
            <a:ext cx="1436370" cy="0"/>
          </a:xfrm>
          <a:prstGeom prst="line">
            <a:avLst/>
          </a:prstGeom>
          <a:ln w="3175" cap="flat">
            <a:solidFill>
              <a:schemeClr val="accent5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燕尾形 60"/>
          <p:cNvSpPr/>
          <p:nvPr>
            <p:custDataLst>
              <p:tags r:id="rId8"/>
            </p:custDataLst>
          </p:nvPr>
        </p:nvSpPr>
        <p:spPr>
          <a:xfrm>
            <a:off x="5220653" y="2300764"/>
            <a:ext cx="1740218" cy="2795588"/>
          </a:xfrm>
          <a:prstGeom prst="chevron">
            <a:avLst>
              <a:gd name="adj" fmla="val 17570"/>
            </a:avLst>
          </a:prstGeom>
          <a:ln w="3175">
            <a:noFill/>
          </a:ln>
          <a:effectLst>
            <a:outerShdw blurRad="317500" dist="228600" sx="87000" sy="87000" algn="l" rotWithShape="0">
              <a:schemeClr val="accent4">
                <a:alpha val="6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67627" tIns="0" rIns="0" bIns="0" numCol="1" spcCol="0" rtlCol="0" fromWordArt="0" anchor="ctr" anchorCtr="0" forceAA="0" compatLnSpc="1">
            <a:noAutofit/>
          </a:bodyPr>
          <a:p>
            <a:pPr lvl="0" algn="ctr">
              <a:lnSpc>
                <a:spcPct val="150000"/>
              </a:lnSpc>
              <a:buClrTx/>
              <a:buSzTx/>
              <a:buFontTx/>
            </a:pPr>
            <a:endParaRPr lang="zh-CN" altLang="en-US" sz="1050" kern="0" dirty="0">
              <a:ln>
                <a:noFill/>
                <a:prstDash val="sysDot"/>
              </a:ln>
              <a:solidFill>
                <a:srgbClr val="262626"/>
              </a:solidFill>
              <a:latin typeface="+mn-ea"/>
              <a:sym typeface="+mn-ea"/>
            </a:endParaRPr>
          </a:p>
        </p:txBody>
      </p:sp>
      <p:sp>
        <p:nvSpPr>
          <p:cNvPr id="20" name="燕尾形 60"/>
          <p:cNvSpPr/>
          <p:nvPr>
            <p:custDataLst>
              <p:tags r:id="rId9"/>
            </p:custDataLst>
          </p:nvPr>
        </p:nvSpPr>
        <p:spPr>
          <a:xfrm>
            <a:off x="5220653" y="2299335"/>
            <a:ext cx="1740218" cy="2795588"/>
          </a:xfrm>
          <a:prstGeom prst="chevron">
            <a:avLst>
              <a:gd name="adj" fmla="val 17570"/>
            </a:avLst>
          </a:prstGeom>
          <a:solidFill>
            <a:schemeClr val="lt1">
              <a:lumMod val="100000"/>
              <a:alpha val="20000"/>
            </a:schemeClr>
          </a:solidFill>
          <a:ln w="3175">
            <a:solidFill>
              <a:schemeClr val="accent4">
                <a:alpha val="6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89000" tIns="0" rIns="0" bIns="0" numCol="1" spcCol="0" rtlCol="0" fromWordArt="0" anchor="ctr" anchorCtr="0" forceAA="0" compatLnSpc="1">
            <a:noAutofit/>
          </a:bodyPr>
          <a:p>
            <a:pPr lvl="0">
              <a:lnSpc>
                <a:spcPct val="150000"/>
              </a:lnSpc>
              <a:buClrTx/>
              <a:buSzTx/>
              <a:buFontTx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关联阈值：蓝光包含比例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 &gt;= 0.45</a:t>
            </a:r>
            <a:endParaRPr lang="en-US" altLang="zh-CN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cxnSp>
        <p:nvCxnSpPr>
          <p:cNvPr id="21" name="直接连接符 29"/>
          <p:cNvCxnSpPr/>
          <p:nvPr>
            <p:custDataLst>
              <p:tags r:id="rId10"/>
            </p:custDataLst>
          </p:nvPr>
        </p:nvCxnSpPr>
        <p:spPr>
          <a:xfrm>
            <a:off x="5336858" y="2836545"/>
            <a:ext cx="1436370" cy="0"/>
          </a:xfrm>
          <a:prstGeom prst="line">
            <a:avLst/>
          </a:prstGeom>
          <a:ln w="3175" cap="flat">
            <a:solidFill>
              <a:schemeClr val="accent4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燕尾形 60"/>
          <p:cNvSpPr/>
          <p:nvPr>
            <p:custDataLst>
              <p:tags r:id="rId11"/>
            </p:custDataLst>
          </p:nvPr>
        </p:nvSpPr>
        <p:spPr>
          <a:xfrm>
            <a:off x="3673793" y="2300764"/>
            <a:ext cx="1740218" cy="2795588"/>
          </a:xfrm>
          <a:prstGeom prst="chevron">
            <a:avLst>
              <a:gd name="adj" fmla="val 17570"/>
            </a:avLst>
          </a:prstGeom>
          <a:ln w="3175">
            <a:noFill/>
          </a:ln>
          <a:effectLst>
            <a:outerShdw blurRad="317500" dist="228600" sx="87000" sy="87000" algn="l" rotWithShape="0">
              <a:schemeClr val="accent3">
                <a:alpha val="6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67627" tIns="0" rIns="0" bIns="0" numCol="1" spcCol="0" rtlCol="0" fromWordArt="0" anchor="ctr" anchorCtr="0" forceAA="0" compatLnSpc="1">
            <a:noAutofit/>
          </a:bodyPr>
          <a:p>
            <a:pPr lvl="0" algn="ctr">
              <a:lnSpc>
                <a:spcPct val="150000"/>
              </a:lnSpc>
              <a:buClrTx/>
              <a:buSzTx/>
              <a:buFontTx/>
            </a:pPr>
            <a:endParaRPr lang="zh-CN" altLang="en-US" sz="1050" kern="0" dirty="0">
              <a:ln>
                <a:noFill/>
                <a:prstDash val="sysDot"/>
              </a:ln>
              <a:solidFill>
                <a:srgbClr val="262626"/>
              </a:solidFill>
              <a:latin typeface="+mn-ea"/>
              <a:sym typeface="+mn-ea"/>
            </a:endParaRPr>
          </a:p>
        </p:txBody>
      </p:sp>
      <p:sp>
        <p:nvSpPr>
          <p:cNvPr id="23" name="燕尾形 60"/>
          <p:cNvSpPr/>
          <p:nvPr>
            <p:custDataLst>
              <p:tags r:id="rId12"/>
            </p:custDataLst>
          </p:nvPr>
        </p:nvSpPr>
        <p:spPr>
          <a:xfrm>
            <a:off x="3673793" y="2299335"/>
            <a:ext cx="1740218" cy="2795588"/>
          </a:xfrm>
          <a:prstGeom prst="chevron">
            <a:avLst>
              <a:gd name="adj" fmla="val 17570"/>
            </a:avLst>
          </a:prstGeom>
          <a:solidFill>
            <a:schemeClr val="lt1">
              <a:lumMod val="100000"/>
              <a:alpha val="20000"/>
            </a:schemeClr>
          </a:solidFill>
          <a:ln w="3175">
            <a:solidFill>
              <a:schemeClr val="accent3">
                <a:alpha val="6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89000" tIns="0" rIns="0" bIns="0" numCol="1" spcCol="0" rtlCol="0" fromWordArt="0" anchor="ctr" anchorCtr="0" forceAA="0" compatLnSpc="1">
            <a:noAutofit/>
          </a:bodyPr>
          <a:p>
            <a:pPr lvl="0">
              <a:lnSpc>
                <a:spcPct val="150000"/>
              </a:lnSpc>
              <a:buClrTx/>
              <a:buSzTx/>
              <a:buFontTx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车辆类别：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car / motorcycle / bus / truck</a:t>
            </a:r>
            <a:endParaRPr lang="en-US" altLang="zh-CN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cxnSp>
        <p:nvCxnSpPr>
          <p:cNvPr id="24" name="直接连接符 35"/>
          <p:cNvCxnSpPr/>
          <p:nvPr>
            <p:custDataLst>
              <p:tags r:id="rId13"/>
            </p:custDataLst>
          </p:nvPr>
        </p:nvCxnSpPr>
        <p:spPr>
          <a:xfrm>
            <a:off x="3789998" y="2836545"/>
            <a:ext cx="1436370" cy="0"/>
          </a:xfrm>
          <a:prstGeom prst="line">
            <a:avLst/>
          </a:prstGeom>
          <a:ln w="3175" cap="flat">
            <a:solidFill>
              <a:schemeClr val="accent3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燕尾形 60"/>
          <p:cNvSpPr/>
          <p:nvPr>
            <p:custDataLst>
              <p:tags r:id="rId14"/>
            </p:custDataLst>
          </p:nvPr>
        </p:nvSpPr>
        <p:spPr>
          <a:xfrm>
            <a:off x="2126933" y="2300764"/>
            <a:ext cx="1740218" cy="2795588"/>
          </a:xfrm>
          <a:prstGeom prst="chevron">
            <a:avLst>
              <a:gd name="adj" fmla="val 17570"/>
            </a:avLst>
          </a:prstGeom>
          <a:ln w="3175">
            <a:noFill/>
          </a:ln>
          <a:effectLst>
            <a:outerShdw blurRad="317500" dist="228600" sx="87000" sy="87000" algn="l" rotWithShape="0">
              <a:schemeClr val="accent2">
                <a:alpha val="6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67627" tIns="0" rIns="0" bIns="0" numCol="1" spcCol="0" rtlCol="0" fromWordArt="0" anchor="ctr" anchorCtr="0" forceAA="0" compatLnSpc="1">
            <a:noAutofit/>
          </a:bodyPr>
          <a:p>
            <a:pPr lvl="0" algn="ctr">
              <a:lnSpc>
                <a:spcPct val="150000"/>
              </a:lnSpc>
              <a:buClrTx/>
              <a:buSzTx/>
              <a:buFontTx/>
            </a:pPr>
            <a:endParaRPr lang="zh-CN" altLang="en-US" sz="1050" kern="0" dirty="0">
              <a:ln>
                <a:noFill/>
                <a:prstDash val="sysDot"/>
              </a:ln>
              <a:solidFill>
                <a:srgbClr val="262626"/>
              </a:solidFill>
              <a:latin typeface="+mn-ea"/>
              <a:sym typeface="+mn-ea"/>
            </a:endParaRPr>
          </a:p>
        </p:txBody>
      </p:sp>
      <p:sp>
        <p:nvSpPr>
          <p:cNvPr id="28" name="燕尾形 60"/>
          <p:cNvSpPr/>
          <p:nvPr>
            <p:custDataLst>
              <p:tags r:id="rId15"/>
            </p:custDataLst>
          </p:nvPr>
        </p:nvSpPr>
        <p:spPr>
          <a:xfrm>
            <a:off x="2126933" y="2299335"/>
            <a:ext cx="1740218" cy="2795588"/>
          </a:xfrm>
          <a:prstGeom prst="chevron">
            <a:avLst>
              <a:gd name="adj" fmla="val 17570"/>
            </a:avLst>
          </a:prstGeom>
          <a:solidFill>
            <a:schemeClr val="lt1">
              <a:lumMod val="100000"/>
              <a:alpha val="20000"/>
            </a:schemeClr>
          </a:solidFill>
          <a:ln w="3175">
            <a:solidFill>
              <a:schemeClr val="accent2">
                <a:alpha val="6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89000" tIns="0" rIns="0" bIns="0" numCol="1" spcCol="0" rtlCol="0" fromWordArt="0" anchor="ctr" anchorCtr="0" forceAA="0" compatLnSpc="1">
            <a:noAutofit/>
          </a:bodyPr>
          <a:p>
            <a:pPr lvl="0">
              <a:lnSpc>
                <a:spcPct val="150000"/>
              </a:lnSpc>
              <a:buClrTx/>
              <a:buSzTx/>
              <a:buFontTx/>
            </a:pP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自适应阈值：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V_min=max(120,P75(V))</a:t>
            </a:r>
            <a:endParaRPr lang="en-US" altLang="zh-CN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cxnSp>
        <p:nvCxnSpPr>
          <p:cNvPr id="29" name="直接连接符 50"/>
          <p:cNvCxnSpPr/>
          <p:nvPr>
            <p:custDataLst>
              <p:tags r:id="rId16"/>
            </p:custDataLst>
          </p:nvPr>
        </p:nvCxnSpPr>
        <p:spPr>
          <a:xfrm>
            <a:off x="2243138" y="2836545"/>
            <a:ext cx="1436370" cy="0"/>
          </a:xfrm>
          <a:prstGeom prst="line">
            <a:avLst/>
          </a:prstGeom>
          <a:ln w="3175" cap="flat">
            <a:solidFill>
              <a:schemeClr val="accent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燕尾形 60"/>
          <p:cNvSpPr/>
          <p:nvPr>
            <p:custDataLst>
              <p:tags r:id="rId17"/>
            </p:custDataLst>
          </p:nvPr>
        </p:nvSpPr>
        <p:spPr>
          <a:xfrm>
            <a:off x="580073" y="2300764"/>
            <a:ext cx="1740218" cy="2795588"/>
          </a:xfrm>
          <a:prstGeom prst="chevron">
            <a:avLst>
              <a:gd name="adj" fmla="val 17570"/>
            </a:avLst>
          </a:prstGeom>
          <a:ln w="3175">
            <a:noFill/>
          </a:ln>
          <a:effectLst>
            <a:outerShdw blurRad="317500" dist="228600" sx="87000" sy="87000" algn="l" rotWithShape="0">
              <a:schemeClr val="accent1">
                <a:alpha val="6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67627" tIns="0" rIns="0" bIns="0" numCol="1" spcCol="0" rtlCol="0" fromWordArt="0" anchor="ctr" anchorCtr="0" forceAA="0" compatLnSpc="1">
            <a:noAutofit/>
          </a:bodyPr>
          <a:p>
            <a:pPr lvl="0" algn="ctr">
              <a:lnSpc>
                <a:spcPct val="150000"/>
              </a:lnSpc>
              <a:buClrTx/>
              <a:buSzTx/>
              <a:buFontTx/>
            </a:pPr>
            <a:endParaRPr lang="zh-CN" altLang="en-US" sz="1050" kern="0" dirty="0">
              <a:ln>
                <a:noFill/>
                <a:prstDash val="sysDot"/>
              </a:ln>
              <a:solidFill>
                <a:srgbClr val="262626"/>
              </a:solidFill>
              <a:latin typeface="+mn-ea"/>
              <a:sym typeface="+mn-ea"/>
            </a:endParaRPr>
          </a:p>
        </p:txBody>
      </p:sp>
      <p:sp>
        <p:nvSpPr>
          <p:cNvPr id="41" name="燕尾形 60"/>
          <p:cNvSpPr/>
          <p:nvPr>
            <p:custDataLst>
              <p:tags r:id="rId18"/>
            </p:custDataLst>
          </p:nvPr>
        </p:nvSpPr>
        <p:spPr>
          <a:xfrm>
            <a:off x="580073" y="2299335"/>
            <a:ext cx="1740218" cy="2795588"/>
          </a:xfrm>
          <a:prstGeom prst="chevron">
            <a:avLst>
              <a:gd name="adj" fmla="val 17570"/>
            </a:avLst>
          </a:prstGeom>
          <a:solidFill>
            <a:schemeClr val="lt1">
              <a:lumMod val="100000"/>
              <a:alpha val="20000"/>
            </a:schemeClr>
          </a:solidFill>
          <a:ln w="3175">
            <a:solidFill>
              <a:schemeClr val="accent1">
                <a:alpha val="6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89000" tIns="0" rIns="0" bIns="0" numCol="1" spcCol="0" rtlCol="0" fromWordArt="0" anchor="ctr" anchorCtr="0" forceAA="0" compatLnSpc="1">
            <a:noAutofit/>
          </a:bodyPr>
          <a:p>
            <a:pPr lvl="0">
              <a:lnSpc>
                <a:spcPct val="150000"/>
              </a:lnSpc>
              <a:buClrTx/>
              <a:buSzTx/>
              <a:buFontTx/>
            </a:pPr>
            <a:r>
              <a:rPr lang="en-US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HSV </a:t>
            </a:r>
            <a:r>
              <a:rPr lang="zh-CN" altLang="en-US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蓝光范围：</a:t>
            </a:r>
            <a:r>
              <a:rPr lang="en-US" altLang="zh-CN" sz="12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H=85~135</a:t>
            </a:r>
            <a:endParaRPr lang="en-US" altLang="zh-CN" sz="12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cxnSp>
        <p:nvCxnSpPr>
          <p:cNvPr id="42" name="直接连接符 59"/>
          <p:cNvCxnSpPr/>
          <p:nvPr>
            <p:custDataLst>
              <p:tags r:id="rId19"/>
            </p:custDataLst>
          </p:nvPr>
        </p:nvCxnSpPr>
        <p:spPr>
          <a:xfrm>
            <a:off x="696278" y="2836545"/>
            <a:ext cx="1436370" cy="0"/>
          </a:xfrm>
          <a:prstGeom prst="line">
            <a:avLst/>
          </a:prstGeom>
          <a:ln w="3175" cap="flat">
            <a:solidFill>
              <a:schemeClr val="accent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5"/>
          <p:cNvCxnSpPr/>
          <p:nvPr>
            <p:custDataLst>
              <p:tags r:id="rId20"/>
            </p:custDataLst>
          </p:nvPr>
        </p:nvCxnSpPr>
        <p:spPr>
          <a:xfrm>
            <a:off x="6888004" y="4541044"/>
            <a:ext cx="1436370" cy="0"/>
          </a:xfrm>
          <a:prstGeom prst="line">
            <a:avLst/>
          </a:prstGeom>
          <a:ln w="3175" cap="flat">
            <a:solidFill>
              <a:schemeClr val="accent5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6"/>
          <p:cNvCxnSpPr/>
          <p:nvPr>
            <p:custDataLst>
              <p:tags r:id="rId21"/>
            </p:custDataLst>
          </p:nvPr>
        </p:nvCxnSpPr>
        <p:spPr>
          <a:xfrm>
            <a:off x="5341144" y="4541044"/>
            <a:ext cx="1436370" cy="0"/>
          </a:xfrm>
          <a:prstGeom prst="line">
            <a:avLst/>
          </a:prstGeom>
          <a:ln w="3175" cap="flat">
            <a:solidFill>
              <a:schemeClr val="accent4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7"/>
          <p:cNvCxnSpPr/>
          <p:nvPr>
            <p:custDataLst>
              <p:tags r:id="rId22"/>
            </p:custDataLst>
          </p:nvPr>
        </p:nvCxnSpPr>
        <p:spPr>
          <a:xfrm>
            <a:off x="3794284" y="4541044"/>
            <a:ext cx="1436370" cy="0"/>
          </a:xfrm>
          <a:prstGeom prst="line">
            <a:avLst/>
          </a:prstGeom>
          <a:ln w="3175" cap="flat">
            <a:solidFill>
              <a:schemeClr val="accent3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8"/>
          <p:cNvCxnSpPr/>
          <p:nvPr>
            <p:custDataLst>
              <p:tags r:id="rId23"/>
            </p:custDataLst>
          </p:nvPr>
        </p:nvCxnSpPr>
        <p:spPr>
          <a:xfrm>
            <a:off x="2247424" y="4541044"/>
            <a:ext cx="1436370" cy="0"/>
          </a:xfrm>
          <a:prstGeom prst="line">
            <a:avLst/>
          </a:prstGeom>
          <a:ln w="3175" cap="flat">
            <a:solidFill>
              <a:schemeClr val="accent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9"/>
          <p:cNvCxnSpPr/>
          <p:nvPr>
            <p:custDataLst>
              <p:tags r:id="rId24"/>
            </p:custDataLst>
          </p:nvPr>
        </p:nvCxnSpPr>
        <p:spPr>
          <a:xfrm>
            <a:off x="700564" y="4541044"/>
            <a:ext cx="1436370" cy="0"/>
          </a:xfrm>
          <a:prstGeom prst="line">
            <a:avLst/>
          </a:prstGeom>
          <a:ln w="3175" cap="flat">
            <a:solidFill>
              <a:schemeClr val="accent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10"/>
          <p:cNvSpPr/>
          <p:nvPr>
            <p:custDataLst>
              <p:tags r:id="rId25"/>
            </p:custDataLst>
          </p:nvPr>
        </p:nvSpPr>
        <p:spPr>
          <a:xfrm>
            <a:off x="3807143" y="4603909"/>
            <a:ext cx="1290161" cy="4338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2250" b="1" dirty="0">
                <a:solidFill>
                  <a:schemeClr val="accent3"/>
                </a:solidFill>
                <a:uFillTx/>
                <a:latin typeface="+mn-ea"/>
                <a:sym typeface="+mn-ea"/>
              </a:rPr>
              <a:t>03</a:t>
            </a:r>
            <a:endParaRPr lang="en-US" sz="2250" b="1" dirty="0">
              <a:solidFill>
                <a:schemeClr val="accent3"/>
              </a:solidFill>
              <a:uFillTx/>
              <a:latin typeface="+mn-ea"/>
              <a:sym typeface="+mn-ea"/>
            </a:endParaRPr>
          </a:p>
        </p:txBody>
      </p:sp>
      <p:sp>
        <p:nvSpPr>
          <p:cNvPr id="50" name="矩形 14"/>
          <p:cNvSpPr/>
          <p:nvPr>
            <p:custDataLst>
              <p:tags r:id="rId26"/>
            </p:custDataLst>
          </p:nvPr>
        </p:nvSpPr>
        <p:spPr>
          <a:xfrm>
            <a:off x="2260283" y="4603909"/>
            <a:ext cx="1290161" cy="4338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2250" b="1" dirty="0">
                <a:solidFill>
                  <a:schemeClr val="accent2"/>
                </a:solidFill>
                <a:uFillTx/>
                <a:latin typeface="+mn-ea"/>
                <a:sym typeface="+mn-ea"/>
              </a:rPr>
              <a:t>02</a:t>
            </a:r>
            <a:endParaRPr lang="en-US" sz="2250" b="1" dirty="0">
              <a:solidFill>
                <a:schemeClr val="accent2"/>
              </a:solidFill>
              <a:uFillTx/>
              <a:latin typeface="+mn-ea"/>
              <a:sym typeface="+mn-ea"/>
            </a:endParaRPr>
          </a:p>
        </p:txBody>
      </p:sp>
      <p:sp>
        <p:nvSpPr>
          <p:cNvPr id="52" name="矩形 16"/>
          <p:cNvSpPr/>
          <p:nvPr>
            <p:custDataLst>
              <p:tags r:id="rId27"/>
            </p:custDataLst>
          </p:nvPr>
        </p:nvSpPr>
        <p:spPr>
          <a:xfrm>
            <a:off x="713423" y="4603909"/>
            <a:ext cx="1290161" cy="4338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2250" b="1" dirty="0">
                <a:solidFill>
                  <a:schemeClr val="accent1"/>
                </a:solidFill>
                <a:uFillTx/>
                <a:latin typeface="+mn-ea"/>
                <a:sym typeface="+mn-ea"/>
              </a:rPr>
              <a:t>01</a:t>
            </a:r>
            <a:endParaRPr lang="en-US" sz="2250" b="1" dirty="0">
              <a:solidFill>
                <a:schemeClr val="accent1"/>
              </a:solidFill>
              <a:uFillTx/>
              <a:latin typeface="+mn-ea"/>
              <a:sym typeface="+mn-ea"/>
            </a:endParaRPr>
          </a:p>
        </p:txBody>
      </p:sp>
      <p:sp>
        <p:nvSpPr>
          <p:cNvPr id="54" name="矩形 17"/>
          <p:cNvSpPr/>
          <p:nvPr>
            <p:custDataLst>
              <p:tags r:id="rId28"/>
            </p:custDataLst>
          </p:nvPr>
        </p:nvSpPr>
        <p:spPr>
          <a:xfrm>
            <a:off x="5354003" y="4603909"/>
            <a:ext cx="1290161" cy="4338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2250" b="1" dirty="0">
                <a:solidFill>
                  <a:schemeClr val="accent4"/>
                </a:solidFill>
                <a:uFillTx/>
                <a:latin typeface="+mn-ea"/>
                <a:sym typeface="+mn-ea"/>
              </a:rPr>
              <a:t>04</a:t>
            </a:r>
            <a:endParaRPr lang="en-US" sz="2250" b="1" dirty="0">
              <a:solidFill>
                <a:schemeClr val="accent4"/>
              </a:solidFill>
              <a:uFillTx/>
              <a:latin typeface="+mn-ea"/>
              <a:sym typeface="+mn-ea"/>
            </a:endParaRPr>
          </a:p>
        </p:txBody>
      </p:sp>
      <p:pic>
        <p:nvPicPr>
          <p:cNvPr id="55" name="图片 5" descr="343435383037343b343532333833373bb9abcbbe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223486" y="2423636"/>
            <a:ext cx="269573" cy="269573"/>
          </a:xfrm>
          <a:prstGeom prst="rect">
            <a:avLst/>
          </a:prstGeom>
        </p:spPr>
      </p:pic>
      <p:pic>
        <p:nvPicPr>
          <p:cNvPr id="56" name="图片 3" descr="343439383331313b343532303031393bd2b5bca8b9dcc0ed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770823" y="2433161"/>
            <a:ext cx="270000" cy="270000"/>
          </a:xfrm>
          <a:prstGeom prst="rect">
            <a:avLst/>
          </a:prstGeom>
        </p:spPr>
      </p:pic>
      <p:pic>
        <p:nvPicPr>
          <p:cNvPr id="58" name="图片 4" descr="343439383331313b343532303032303bb8f6c8cbd0c5cfa2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355783" y="2423636"/>
            <a:ext cx="243000" cy="243000"/>
          </a:xfrm>
          <a:prstGeom prst="rect">
            <a:avLst/>
          </a:prstGeom>
        </p:spPr>
      </p:pic>
      <p:pic>
        <p:nvPicPr>
          <p:cNvPr id="59" name="图片 12" descr="343439383331313b343532303032383bbfcdbba7b9dcc0ed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5864543" y="2428399"/>
            <a:ext cx="270000" cy="270000"/>
          </a:xfrm>
          <a:prstGeom prst="rect">
            <a:avLst/>
          </a:prstGeom>
        </p:spPr>
      </p:pic>
      <p:sp>
        <p:nvSpPr>
          <p:cNvPr id="62" name="矩形 18"/>
          <p:cNvSpPr/>
          <p:nvPr>
            <p:custDataLst>
              <p:tags r:id="rId41"/>
            </p:custDataLst>
          </p:nvPr>
        </p:nvSpPr>
        <p:spPr>
          <a:xfrm>
            <a:off x="6901339" y="4603909"/>
            <a:ext cx="1290161" cy="43386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2250" b="1" dirty="0">
                <a:solidFill>
                  <a:schemeClr val="accent5"/>
                </a:solidFill>
                <a:uFillTx/>
                <a:latin typeface="+mn-ea"/>
                <a:sym typeface="+mn-ea"/>
              </a:rPr>
              <a:t>05</a:t>
            </a:r>
            <a:endParaRPr lang="en-US" sz="2250" b="1" dirty="0">
              <a:solidFill>
                <a:schemeClr val="accent5"/>
              </a:solidFill>
              <a:uFillTx/>
              <a:latin typeface="+mn-ea"/>
              <a:sym typeface="+mn-ea"/>
            </a:endParaRPr>
          </a:p>
        </p:txBody>
      </p:sp>
    </p:spTree>
    <p:custDataLst>
      <p:tags r:id="rId4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 dirty="0"/>
              <a:t>干扰过滤</a:t>
            </a:r>
            <a:endParaRPr lang="zh-CN" altLang="en-US" dirty="0"/>
          </a:p>
        </p:txBody>
      </p:sp>
      <p:sp>
        <p:nvSpPr>
          <p:cNvPr id="2" name="矩形 9"/>
          <p:cNvSpPr/>
          <p:nvPr>
            <p:custDataLst>
              <p:tags r:id="rId2"/>
            </p:custDataLst>
          </p:nvPr>
        </p:nvSpPr>
        <p:spPr>
          <a:xfrm>
            <a:off x="524007" y="3843476"/>
            <a:ext cx="2072289" cy="722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zh-CN" altLang="en-US" sz="1350" kern="0" spc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路牌蓝光：不在车辆框内，过滤</a:t>
            </a:r>
            <a:endParaRPr lang="zh-CN" altLang="en-US" sz="1350" kern="0" spc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sp>
        <p:nvSpPr>
          <p:cNvPr id="3" name="矩形 15"/>
          <p:cNvSpPr/>
          <p:nvPr>
            <p:custDataLst>
              <p:tags r:id="rId3"/>
            </p:custDataLst>
          </p:nvPr>
        </p:nvSpPr>
        <p:spPr>
          <a:xfrm>
            <a:off x="6554704" y="3843476"/>
            <a:ext cx="2072289" cy="722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zh-CN" altLang="en-US" sz="1350" kern="0" spc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雨天镜面反光：结合形态学与空间关联降低误检</a:t>
            </a:r>
            <a:endParaRPr lang="zh-CN" altLang="en-US" sz="1350" kern="0" spc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sp>
        <p:nvSpPr>
          <p:cNvPr id="4" name="矩形 14"/>
          <p:cNvSpPr/>
          <p:nvPr>
            <p:custDataLst>
              <p:tags r:id="rId4"/>
            </p:custDataLst>
          </p:nvPr>
        </p:nvSpPr>
        <p:spPr>
          <a:xfrm>
            <a:off x="5575942" y="2598473"/>
            <a:ext cx="2072289" cy="722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zh-CN" altLang="en-US" sz="1350" kern="0" spc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路面反光：面积小或车辆包含比例低，过滤</a:t>
            </a:r>
            <a:endParaRPr lang="zh-CN" altLang="en-US" sz="1350" kern="0" spc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sp>
        <p:nvSpPr>
          <p:cNvPr id="6" name="矩形 17"/>
          <p:cNvSpPr/>
          <p:nvPr>
            <p:custDataLst>
              <p:tags r:id="rId5"/>
            </p:custDataLst>
          </p:nvPr>
        </p:nvSpPr>
        <p:spPr>
          <a:xfrm>
            <a:off x="5084894" y="2214112"/>
            <a:ext cx="490969" cy="433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/>
          <a:p>
            <a:r>
              <a:rPr lang="en-US" altLang="zh-CN" sz="2100" b="1" kern="0" dirty="0">
                <a:solidFill>
                  <a:schemeClr val="accent3">
                    <a:lumMod val="70000"/>
                    <a:lumOff val="30000"/>
                  </a:schemeClr>
                </a:solidFill>
                <a:cs typeface="+mn-lt"/>
              </a:rPr>
              <a:t>03</a:t>
            </a:r>
            <a:endParaRPr lang="en-US" altLang="zh-CN" sz="2100" b="1" kern="0" dirty="0">
              <a:solidFill>
                <a:schemeClr val="accent3">
                  <a:lumMod val="70000"/>
                  <a:lumOff val="30000"/>
                </a:schemeClr>
              </a:solidFill>
              <a:cs typeface="+mn-lt"/>
            </a:endParaRPr>
          </a:p>
        </p:txBody>
      </p:sp>
      <p:sp>
        <p:nvSpPr>
          <p:cNvPr id="7" name="矩形 13"/>
          <p:cNvSpPr/>
          <p:nvPr>
            <p:custDataLst>
              <p:tags r:id="rId6"/>
            </p:custDataLst>
          </p:nvPr>
        </p:nvSpPr>
        <p:spPr>
          <a:xfrm>
            <a:off x="2166707" y="2648482"/>
            <a:ext cx="2072289" cy="722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zh-CN" altLang="en-US" sz="1350" kern="0" spc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sym typeface="+mn-ea"/>
              </a:rPr>
              <a:t>路灯蓝光：位置高且无车辆关联，过滤</a:t>
            </a:r>
            <a:endParaRPr lang="zh-CN" altLang="en-US" sz="1350" kern="0" spc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sym typeface="+mn-ea"/>
            </a:endParaRPr>
          </a:p>
        </p:txBody>
      </p:sp>
      <p:sp>
        <p:nvSpPr>
          <p:cNvPr id="8" name="矩形 18"/>
          <p:cNvSpPr/>
          <p:nvPr>
            <p:custDataLst>
              <p:tags r:id="rId7"/>
            </p:custDataLst>
          </p:nvPr>
        </p:nvSpPr>
        <p:spPr>
          <a:xfrm>
            <a:off x="2166707" y="2214112"/>
            <a:ext cx="490969" cy="433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/>
          <a:p>
            <a:r>
              <a:rPr lang="en-US" altLang="zh-CN" sz="2100" b="1" kern="0" dirty="0">
                <a:solidFill>
                  <a:schemeClr val="accent2">
                    <a:lumMod val="40000"/>
                    <a:lumOff val="60000"/>
                  </a:schemeClr>
                </a:solidFill>
                <a:cs typeface="+mn-lt"/>
              </a:rPr>
              <a:t>02</a:t>
            </a:r>
            <a:endParaRPr lang="en-US" altLang="zh-CN" sz="2100" b="1" kern="0" dirty="0">
              <a:solidFill>
                <a:schemeClr val="accent2">
                  <a:lumMod val="40000"/>
                  <a:lumOff val="60000"/>
                </a:schemeClr>
              </a:solidFill>
              <a:cs typeface="+mn-lt"/>
            </a:endParaRPr>
          </a:p>
        </p:txBody>
      </p:sp>
      <p:sp>
        <p:nvSpPr>
          <p:cNvPr id="23" name="矩形 19"/>
          <p:cNvSpPr/>
          <p:nvPr>
            <p:custDataLst>
              <p:tags r:id="rId8"/>
            </p:custDataLst>
          </p:nvPr>
        </p:nvSpPr>
        <p:spPr>
          <a:xfrm>
            <a:off x="524960" y="3405296"/>
            <a:ext cx="490969" cy="433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/>
          <a:p>
            <a:r>
              <a:rPr lang="en-US" altLang="zh-CN" sz="2100" b="1" kern="0" dirty="0">
                <a:solidFill>
                  <a:schemeClr val="accent1">
                    <a:lumMod val="25000"/>
                    <a:lumOff val="75000"/>
                  </a:schemeClr>
                </a:solidFill>
                <a:cs typeface="+mn-lt"/>
              </a:rPr>
              <a:t>01</a:t>
            </a:r>
            <a:endParaRPr lang="en-US" altLang="zh-CN" sz="2100" b="1" kern="0" dirty="0">
              <a:solidFill>
                <a:schemeClr val="accent1">
                  <a:lumMod val="25000"/>
                  <a:lumOff val="75000"/>
                </a:schemeClr>
              </a:solidFill>
              <a:cs typeface="+mn-lt"/>
            </a:endParaRPr>
          </a:p>
        </p:txBody>
      </p:sp>
      <p:sp>
        <p:nvSpPr>
          <p:cNvPr id="24" name="矩形 20"/>
          <p:cNvSpPr/>
          <p:nvPr>
            <p:custDataLst>
              <p:tags r:id="rId9"/>
            </p:custDataLst>
          </p:nvPr>
        </p:nvSpPr>
        <p:spPr>
          <a:xfrm>
            <a:off x="6554704" y="3405296"/>
            <a:ext cx="490969" cy="433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/>
          <a:p>
            <a:r>
              <a:rPr lang="en-US" altLang="zh-CN" sz="2100" b="1" kern="0" dirty="0">
                <a:solidFill>
                  <a:schemeClr val="accent4">
                    <a:lumMod val="70000"/>
                    <a:lumOff val="30000"/>
                  </a:schemeClr>
                </a:solidFill>
                <a:cs typeface="+mn-lt"/>
              </a:rPr>
              <a:t>04</a:t>
            </a:r>
            <a:endParaRPr lang="en-US" altLang="zh-CN" sz="2100" b="1" kern="0" dirty="0">
              <a:solidFill>
                <a:schemeClr val="accent4">
                  <a:lumMod val="70000"/>
                  <a:lumOff val="30000"/>
                </a:schemeClr>
              </a:solidFill>
              <a:cs typeface="+mn-lt"/>
            </a:endParaRPr>
          </a:p>
        </p:txBody>
      </p:sp>
      <p:sp>
        <p:nvSpPr>
          <p:cNvPr id="25" name="任意多边形: 形状 8"/>
          <p:cNvSpPr/>
          <p:nvPr>
            <p:custDataLst>
              <p:tags r:id="rId10"/>
            </p:custDataLst>
          </p:nvPr>
        </p:nvSpPr>
        <p:spPr>
          <a:xfrm>
            <a:off x="2713481" y="3429110"/>
            <a:ext cx="3726915" cy="1738910"/>
          </a:xfrm>
          <a:custGeom>
            <a:avLst/>
            <a:gdLst>
              <a:gd name="connsiteX0" fmla="*/ 2484360 w 4968848"/>
              <a:gd name="connsiteY0" fmla="*/ 0 h 2318615"/>
              <a:gd name="connsiteX1" fmla="*/ 4965501 w 4968848"/>
              <a:gd name="connsiteY1" fmla="*/ 2253065 h 2318615"/>
              <a:gd name="connsiteX2" fmla="*/ 4968849 w 4968848"/>
              <a:gd name="connsiteY2" fmla="*/ 2318616 h 2318615"/>
              <a:gd name="connsiteX3" fmla="*/ 3839676 w 4968848"/>
              <a:gd name="connsiteY3" fmla="*/ 2318616 h 2318615"/>
              <a:gd name="connsiteX4" fmla="*/ 3833366 w 4968848"/>
              <a:gd name="connsiteY4" fmla="*/ 2192537 h 2318615"/>
              <a:gd name="connsiteX5" fmla="*/ 2122221 w 4968848"/>
              <a:gd name="connsiteY5" fmla="*/ 638637 h 2318615"/>
              <a:gd name="connsiteX6" fmla="*/ 410819 w 4968848"/>
              <a:gd name="connsiteY6" fmla="*/ 2192537 h 2318615"/>
              <a:gd name="connsiteX7" fmla="*/ 404509 w 4968848"/>
              <a:gd name="connsiteY7" fmla="*/ 2318616 h 2318615"/>
              <a:gd name="connsiteX8" fmla="*/ 0 w 4968848"/>
              <a:gd name="connsiteY8" fmla="*/ 2318616 h 2318615"/>
              <a:gd name="connsiteX9" fmla="*/ 3348 w 4968848"/>
              <a:gd name="connsiteY9" fmla="*/ 2253065 h 2318615"/>
              <a:gd name="connsiteX10" fmla="*/ 2484360 w 4968848"/>
              <a:gd name="connsiteY10" fmla="*/ 0 h 2318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968848" h="2318615">
                <a:moveTo>
                  <a:pt x="2484360" y="0"/>
                </a:moveTo>
                <a:cubicBezTo>
                  <a:pt x="3775671" y="0"/>
                  <a:pt x="4837747" y="987511"/>
                  <a:pt x="4965501" y="2253065"/>
                </a:cubicBezTo>
                <a:lnTo>
                  <a:pt x="4968849" y="2318616"/>
                </a:lnTo>
                <a:lnTo>
                  <a:pt x="3839676" y="2318616"/>
                </a:lnTo>
                <a:lnTo>
                  <a:pt x="3833366" y="2192537"/>
                </a:lnTo>
                <a:cubicBezTo>
                  <a:pt x="3745278" y="1319772"/>
                  <a:pt x="3012758" y="638637"/>
                  <a:pt x="2122221" y="638637"/>
                </a:cubicBezTo>
                <a:cubicBezTo>
                  <a:pt x="1231684" y="638637"/>
                  <a:pt x="498907" y="1319772"/>
                  <a:pt x="410819" y="2192537"/>
                </a:cubicBezTo>
                <a:lnTo>
                  <a:pt x="404509" y="2318616"/>
                </a:lnTo>
                <a:lnTo>
                  <a:pt x="0" y="2318616"/>
                </a:lnTo>
                <a:lnTo>
                  <a:pt x="3348" y="2253065"/>
                </a:lnTo>
                <a:cubicBezTo>
                  <a:pt x="130973" y="987511"/>
                  <a:pt x="1193049" y="0"/>
                  <a:pt x="2484360" y="0"/>
                </a:cubicBezTo>
              </a:path>
            </a:pathLst>
          </a:custGeom>
          <a:solidFill>
            <a:schemeClr val="accent4">
              <a:alpha val="75000"/>
            </a:schemeClr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26" name="任意多边形: 形状 10"/>
          <p:cNvSpPr/>
          <p:nvPr>
            <p:custDataLst>
              <p:tags r:id="rId11"/>
            </p:custDataLst>
          </p:nvPr>
        </p:nvSpPr>
        <p:spPr>
          <a:xfrm>
            <a:off x="2713481" y="3429110"/>
            <a:ext cx="3025350" cy="1738910"/>
          </a:xfrm>
          <a:custGeom>
            <a:avLst/>
            <a:gdLst>
              <a:gd name="connsiteX0" fmla="*/ 2484360 w 4033495"/>
              <a:gd name="connsiteY0" fmla="*/ 0 h 2318615"/>
              <a:gd name="connsiteX1" fmla="*/ 3850623 w 4033495"/>
              <a:gd name="connsiteY1" fmla="*/ 409789 h 2318615"/>
              <a:gd name="connsiteX2" fmla="*/ 3948112 w 4033495"/>
              <a:gd name="connsiteY2" fmla="*/ 482294 h 2318615"/>
              <a:gd name="connsiteX3" fmla="*/ 4033495 w 4033495"/>
              <a:gd name="connsiteY3" fmla="*/ 1170383 h 2318615"/>
              <a:gd name="connsiteX4" fmla="*/ 3420744 w 4033495"/>
              <a:gd name="connsiteY4" fmla="*/ 1236964 h 2318615"/>
              <a:gd name="connsiteX5" fmla="*/ 3388291 w 4033495"/>
              <a:gd name="connsiteY5" fmla="*/ 1198072 h 2318615"/>
              <a:gd name="connsiteX6" fmla="*/ 2122092 w 4033495"/>
              <a:gd name="connsiteY6" fmla="*/ 638637 h 2318615"/>
              <a:gd name="connsiteX7" fmla="*/ 410948 w 4033495"/>
              <a:gd name="connsiteY7" fmla="*/ 2192537 h 2318615"/>
              <a:gd name="connsiteX8" fmla="*/ 404637 w 4033495"/>
              <a:gd name="connsiteY8" fmla="*/ 2318616 h 2318615"/>
              <a:gd name="connsiteX9" fmla="*/ 0 w 4033495"/>
              <a:gd name="connsiteY9" fmla="*/ 2318616 h 2318615"/>
              <a:gd name="connsiteX10" fmla="*/ 3348 w 4033495"/>
              <a:gd name="connsiteY10" fmla="*/ 2253065 h 2318615"/>
              <a:gd name="connsiteX11" fmla="*/ 2484360 w 4033495"/>
              <a:gd name="connsiteY11" fmla="*/ 0 h 2318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033495" h="2318615">
                <a:moveTo>
                  <a:pt x="2484360" y="0"/>
                </a:moveTo>
                <a:cubicBezTo>
                  <a:pt x="2988805" y="0"/>
                  <a:pt x="3458220" y="150677"/>
                  <a:pt x="3850623" y="409789"/>
                </a:cubicBezTo>
                <a:lnTo>
                  <a:pt x="3948112" y="482294"/>
                </a:lnTo>
                <a:lnTo>
                  <a:pt x="4033495" y="1170383"/>
                </a:lnTo>
                <a:lnTo>
                  <a:pt x="3420744" y="1236964"/>
                </a:lnTo>
                <a:lnTo>
                  <a:pt x="3388291" y="1198072"/>
                </a:lnTo>
                <a:cubicBezTo>
                  <a:pt x="3073930" y="854220"/>
                  <a:pt x="2623060" y="638637"/>
                  <a:pt x="2122092" y="638637"/>
                </a:cubicBezTo>
                <a:cubicBezTo>
                  <a:pt x="1231555" y="638637"/>
                  <a:pt x="499036" y="1319772"/>
                  <a:pt x="410948" y="2192537"/>
                </a:cubicBezTo>
                <a:lnTo>
                  <a:pt x="404637" y="2318616"/>
                </a:lnTo>
                <a:lnTo>
                  <a:pt x="0" y="2318616"/>
                </a:lnTo>
                <a:lnTo>
                  <a:pt x="3348" y="2253065"/>
                </a:lnTo>
                <a:cubicBezTo>
                  <a:pt x="130973" y="987511"/>
                  <a:pt x="1193049" y="0"/>
                  <a:pt x="2484360" y="0"/>
                </a:cubicBezTo>
              </a:path>
            </a:pathLst>
          </a:custGeom>
          <a:solidFill>
            <a:schemeClr val="accent3">
              <a:lumMod val="60000"/>
              <a:lumOff val="40000"/>
              <a:alpha val="75000"/>
            </a:schemeClr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27" name="任意多边形: 形状 11"/>
          <p:cNvSpPr/>
          <p:nvPr>
            <p:custDataLst>
              <p:tags r:id="rId12"/>
            </p:custDataLst>
          </p:nvPr>
        </p:nvSpPr>
        <p:spPr>
          <a:xfrm>
            <a:off x="2713481" y="3447685"/>
            <a:ext cx="1811305" cy="1720334"/>
          </a:xfrm>
          <a:custGeom>
            <a:avLst/>
            <a:gdLst>
              <a:gd name="connsiteX0" fmla="*/ 2152099 w 2414945"/>
              <a:gd name="connsiteY0" fmla="*/ 0 h 2293889"/>
              <a:gd name="connsiteX1" fmla="*/ 2414946 w 2414945"/>
              <a:gd name="connsiteY1" fmla="*/ 306504 h 2293889"/>
              <a:gd name="connsiteX2" fmla="*/ 2173091 w 2414945"/>
              <a:gd name="connsiteY2" fmla="*/ 616615 h 2293889"/>
              <a:gd name="connsiteX3" fmla="*/ 2122092 w 2414945"/>
              <a:gd name="connsiteY3" fmla="*/ 613910 h 2293889"/>
              <a:gd name="connsiteX4" fmla="*/ 410948 w 2414945"/>
              <a:gd name="connsiteY4" fmla="*/ 2167811 h 2293889"/>
              <a:gd name="connsiteX5" fmla="*/ 404637 w 2414945"/>
              <a:gd name="connsiteY5" fmla="*/ 2293889 h 2293889"/>
              <a:gd name="connsiteX6" fmla="*/ 0 w 2414945"/>
              <a:gd name="connsiteY6" fmla="*/ 2293889 h 2293889"/>
              <a:gd name="connsiteX7" fmla="*/ 3348 w 2414945"/>
              <a:gd name="connsiteY7" fmla="*/ 2228339 h 2293889"/>
              <a:gd name="connsiteX8" fmla="*/ 2012369 w 2414945"/>
              <a:gd name="connsiteY8" fmla="*/ 20219 h 2293889"/>
              <a:gd name="connsiteX9" fmla="*/ 2152099 w 2414945"/>
              <a:gd name="connsiteY9" fmla="*/ 0 h 2293889"/>
              <a:gd name="connsiteX10" fmla="*/ 2152099 w 2414945"/>
              <a:gd name="connsiteY10" fmla="*/ 0 h 2293889"/>
              <a:gd name="connsiteX11" fmla="*/ 2152099 w 2414945"/>
              <a:gd name="connsiteY11" fmla="*/ 0 h 2293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414945" h="2293889">
                <a:moveTo>
                  <a:pt x="2152099" y="0"/>
                </a:moveTo>
                <a:lnTo>
                  <a:pt x="2414946" y="306504"/>
                </a:lnTo>
                <a:lnTo>
                  <a:pt x="2173091" y="616615"/>
                </a:lnTo>
                <a:lnTo>
                  <a:pt x="2122092" y="613910"/>
                </a:lnTo>
                <a:cubicBezTo>
                  <a:pt x="1231555" y="613910"/>
                  <a:pt x="499036" y="1295046"/>
                  <a:pt x="410948" y="2167811"/>
                </a:cubicBezTo>
                <a:lnTo>
                  <a:pt x="404637" y="2293889"/>
                </a:lnTo>
                <a:lnTo>
                  <a:pt x="0" y="2293889"/>
                </a:lnTo>
                <a:lnTo>
                  <a:pt x="3348" y="2228339"/>
                </a:lnTo>
                <a:cubicBezTo>
                  <a:pt x="115132" y="1121059"/>
                  <a:pt x="942179" y="226530"/>
                  <a:pt x="2012369" y="20219"/>
                </a:cubicBezTo>
                <a:lnTo>
                  <a:pt x="2152099" y="0"/>
                </a:lnTo>
                <a:lnTo>
                  <a:pt x="2152099" y="0"/>
                </a:lnTo>
                <a:lnTo>
                  <a:pt x="2152099" y="0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75000"/>
            </a:schemeClr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29" name="任意多边形: 形状 12"/>
          <p:cNvSpPr/>
          <p:nvPr>
            <p:custDataLst>
              <p:tags r:id="rId13"/>
            </p:custDataLst>
          </p:nvPr>
        </p:nvSpPr>
        <p:spPr>
          <a:xfrm>
            <a:off x="2713481" y="3952069"/>
            <a:ext cx="766816" cy="1215951"/>
          </a:xfrm>
          <a:custGeom>
            <a:avLst/>
            <a:gdLst>
              <a:gd name="connsiteX0" fmla="*/ 759564 w 1022539"/>
              <a:gd name="connsiteY0" fmla="*/ 0 h 1620867"/>
              <a:gd name="connsiteX1" fmla="*/ 990859 w 1022539"/>
              <a:gd name="connsiteY1" fmla="*/ 0 h 1620867"/>
              <a:gd name="connsiteX2" fmla="*/ 1022540 w 1022539"/>
              <a:gd name="connsiteY2" fmla="*/ 342950 h 1620867"/>
              <a:gd name="connsiteX3" fmla="*/ 965489 w 1022539"/>
              <a:gd name="connsiteY3" fmla="*/ 390600 h 1620867"/>
              <a:gd name="connsiteX4" fmla="*/ 410819 w 1022539"/>
              <a:gd name="connsiteY4" fmla="*/ 1494789 h 1620867"/>
              <a:gd name="connsiteX5" fmla="*/ 404509 w 1022539"/>
              <a:gd name="connsiteY5" fmla="*/ 1620868 h 1620867"/>
              <a:gd name="connsiteX6" fmla="*/ 0 w 1022539"/>
              <a:gd name="connsiteY6" fmla="*/ 1620868 h 1620867"/>
              <a:gd name="connsiteX7" fmla="*/ 3348 w 1022539"/>
              <a:gd name="connsiteY7" fmla="*/ 1555317 h 1620867"/>
              <a:gd name="connsiteX8" fmla="*/ 751322 w 1022539"/>
              <a:gd name="connsiteY8" fmla="*/ 7341 h 1620867"/>
              <a:gd name="connsiteX9" fmla="*/ 759564 w 1022539"/>
              <a:gd name="connsiteY9" fmla="*/ 0 h 1620867"/>
              <a:gd name="connsiteX10" fmla="*/ 759564 w 1022539"/>
              <a:gd name="connsiteY10" fmla="*/ 0 h 1620867"/>
              <a:gd name="connsiteX11" fmla="*/ 759564 w 1022539"/>
              <a:gd name="connsiteY11" fmla="*/ 0 h 162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2539" h="1620867">
                <a:moveTo>
                  <a:pt x="759564" y="0"/>
                </a:moveTo>
                <a:lnTo>
                  <a:pt x="990859" y="0"/>
                </a:lnTo>
                <a:lnTo>
                  <a:pt x="1022540" y="342950"/>
                </a:lnTo>
                <a:lnTo>
                  <a:pt x="965489" y="390600"/>
                </a:lnTo>
                <a:cubicBezTo>
                  <a:pt x="660015" y="669931"/>
                  <a:pt x="454863" y="1058471"/>
                  <a:pt x="410819" y="1494789"/>
                </a:cubicBezTo>
                <a:lnTo>
                  <a:pt x="404509" y="1620868"/>
                </a:lnTo>
                <a:lnTo>
                  <a:pt x="0" y="1620868"/>
                </a:lnTo>
                <a:lnTo>
                  <a:pt x="3348" y="1555317"/>
                </a:lnTo>
                <a:cubicBezTo>
                  <a:pt x="64520" y="949777"/>
                  <a:pt x="339473" y="407857"/>
                  <a:pt x="751322" y="7341"/>
                </a:cubicBezTo>
                <a:lnTo>
                  <a:pt x="759564" y="0"/>
                </a:lnTo>
                <a:lnTo>
                  <a:pt x="759564" y="0"/>
                </a:lnTo>
                <a:lnTo>
                  <a:pt x="759564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  <a:alpha val="75000"/>
            </a:schemeClr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30" name="任意多边形: 形状 16"/>
          <p:cNvSpPr/>
          <p:nvPr>
            <p:custDataLst>
              <p:tags r:id="rId14"/>
            </p:custDataLst>
          </p:nvPr>
        </p:nvSpPr>
        <p:spPr>
          <a:xfrm>
            <a:off x="2708241" y="5165639"/>
            <a:ext cx="309101" cy="38638"/>
          </a:xfrm>
          <a:custGeom>
            <a:avLst/>
            <a:gdLst>
              <a:gd name="connsiteX0" fmla="*/ 0 w 412106"/>
              <a:gd name="connsiteY0" fmla="*/ 0 h 51513"/>
              <a:gd name="connsiteX1" fmla="*/ 412107 w 412106"/>
              <a:gd name="connsiteY1" fmla="*/ 0 h 51513"/>
              <a:gd name="connsiteX2" fmla="*/ 412107 w 412106"/>
              <a:gd name="connsiteY2" fmla="*/ 51513 h 51513"/>
              <a:gd name="connsiteX3" fmla="*/ 0 w 412106"/>
              <a:gd name="connsiteY3" fmla="*/ 51513 h 51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2106" h="51513">
                <a:moveTo>
                  <a:pt x="0" y="0"/>
                </a:moveTo>
                <a:lnTo>
                  <a:pt x="412107" y="0"/>
                </a:lnTo>
                <a:lnTo>
                  <a:pt x="412107" y="51513"/>
                </a:lnTo>
                <a:lnTo>
                  <a:pt x="0" y="51513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sp>
        <p:nvSpPr>
          <p:cNvPr id="31" name="任意多边形: 形状 21"/>
          <p:cNvSpPr/>
          <p:nvPr>
            <p:custDataLst>
              <p:tags r:id="rId15"/>
            </p:custDataLst>
          </p:nvPr>
        </p:nvSpPr>
        <p:spPr>
          <a:xfrm>
            <a:off x="5591183" y="5156113"/>
            <a:ext cx="850029" cy="38638"/>
          </a:xfrm>
          <a:custGeom>
            <a:avLst/>
            <a:gdLst>
              <a:gd name="connsiteX0" fmla="*/ 0 w 1133293"/>
              <a:gd name="connsiteY0" fmla="*/ 0 h 51513"/>
              <a:gd name="connsiteX1" fmla="*/ 1133294 w 1133293"/>
              <a:gd name="connsiteY1" fmla="*/ 0 h 51513"/>
              <a:gd name="connsiteX2" fmla="*/ 1133294 w 1133293"/>
              <a:gd name="connsiteY2" fmla="*/ 51513 h 51513"/>
              <a:gd name="connsiteX3" fmla="*/ 0 w 1133293"/>
              <a:gd name="connsiteY3" fmla="*/ 51513 h 51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33293" h="51513">
                <a:moveTo>
                  <a:pt x="0" y="0"/>
                </a:moveTo>
                <a:lnTo>
                  <a:pt x="1133294" y="0"/>
                </a:lnTo>
                <a:lnTo>
                  <a:pt x="1133294" y="51513"/>
                </a:lnTo>
                <a:lnTo>
                  <a:pt x="0" y="51513"/>
                </a:lnTo>
                <a:close/>
              </a:path>
            </a:pathLst>
          </a:custGeom>
          <a:solidFill>
            <a:schemeClr val="accent4"/>
          </a:solidFill>
          <a:ln w="12856" cap="flat">
            <a:noFill/>
            <a:prstDash val="solid"/>
            <a:miter/>
          </a:ln>
        </p:spPr>
        <p:txBody>
          <a:bodyPr rtlCol="0" anchor="ctr"/>
          <a:p>
            <a:endParaRPr lang="zh-CN" altLang="en-US" sz="1350">
              <a:solidFill>
                <a:schemeClr val="tx1"/>
              </a:solidFill>
            </a:endParaRPr>
          </a:p>
        </p:txBody>
      </p:sp>
      <p:pic>
        <p:nvPicPr>
          <p:cNvPr id="32" name="图形 27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>
          <a:xfrm>
            <a:off x="4190911" y="3669633"/>
            <a:ext cx="986858" cy="1597771"/>
          </a:xfrm>
          <a:custGeom>
            <a:avLst/>
            <a:gdLst>
              <a:gd name="connsiteX0" fmla="*/ 209551 w 1315720"/>
              <a:gd name="connsiteY0" fmla="*/ 1769534 h 2130213"/>
              <a:gd name="connsiteX1" fmla="*/ 71121 w 1315720"/>
              <a:gd name="connsiteY1" fmla="*/ 1907964 h 2130213"/>
              <a:gd name="connsiteX2" fmla="*/ 209551 w 1315720"/>
              <a:gd name="connsiteY2" fmla="*/ 2046394 h 2130213"/>
              <a:gd name="connsiteX3" fmla="*/ 347981 w 1315720"/>
              <a:gd name="connsiteY3" fmla="*/ 1907964 h 2130213"/>
              <a:gd name="connsiteX4" fmla="*/ 209551 w 1315720"/>
              <a:gd name="connsiteY4" fmla="*/ 1769534 h 2130213"/>
              <a:gd name="connsiteX5" fmla="*/ 0 w 1315720"/>
              <a:gd name="connsiteY5" fmla="*/ 0 h 2130213"/>
              <a:gd name="connsiteX6" fmla="*/ 1315720 w 1315720"/>
              <a:gd name="connsiteY6" fmla="*/ 0 h 2130213"/>
              <a:gd name="connsiteX7" fmla="*/ 1315720 w 1315720"/>
              <a:gd name="connsiteY7" fmla="*/ 2130213 h 2130213"/>
              <a:gd name="connsiteX8" fmla="*/ 0 w 1315720"/>
              <a:gd name="connsiteY8" fmla="*/ 2130213 h 2130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15720" h="2130213">
                <a:moveTo>
                  <a:pt x="209551" y="1769534"/>
                </a:moveTo>
                <a:cubicBezTo>
                  <a:pt x="133098" y="1769534"/>
                  <a:pt x="71121" y="1831511"/>
                  <a:pt x="71121" y="1907964"/>
                </a:cubicBezTo>
                <a:cubicBezTo>
                  <a:pt x="71121" y="1984417"/>
                  <a:pt x="133098" y="2046394"/>
                  <a:pt x="209551" y="2046394"/>
                </a:cubicBezTo>
                <a:cubicBezTo>
                  <a:pt x="286004" y="2046394"/>
                  <a:pt x="347981" y="1984417"/>
                  <a:pt x="347981" y="1907964"/>
                </a:cubicBezTo>
                <a:cubicBezTo>
                  <a:pt x="347981" y="1831511"/>
                  <a:pt x="286004" y="1769534"/>
                  <a:pt x="209551" y="1769534"/>
                </a:cubicBezTo>
                <a:close/>
                <a:moveTo>
                  <a:pt x="0" y="0"/>
                </a:moveTo>
                <a:lnTo>
                  <a:pt x="1315720" y="0"/>
                </a:lnTo>
                <a:lnTo>
                  <a:pt x="1315720" y="2130213"/>
                </a:lnTo>
                <a:lnTo>
                  <a:pt x="0" y="2130213"/>
                </a:lnTo>
                <a:close/>
              </a:path>
            </a:pathLst>
          </a:custGeom>
        </p:spPr>
      </p:pic>
    </p:spTree>
    <p:custDataLst>
      <p:tags r:id="rId19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1313550"/>
            <a:ext cx="8226900" cy="529200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代码结构</a:t>
            </a:r>
            <a:endParaRPr lang="zh-CN" altLang="en-US" dirty="0"/>
          </a:p>
        </p:txBody>
      </p:sp>
      <p:sp>
        <p:nvSpPr>
          <p:cNvPr id="8" name="矩形: 圆角 9"/>
          <p:cNvSpPr/>
          <p:nvPr>
            <p:custDataLst>
              <p:tags r:id="rId2"/>
            </p:custDataLst>
          </p:nvPr>
        </p:nvSpPr>
        <p:spPr>
          <a:xfrm rot="18959196">
            <a:off x="5624916" y="3579626"/>
            <a:ext cx="990838" cy="1008756"/>
          </a:xfrm>
          <a:prstGeom prst="roundRect">
            <a:avLst>
              <a:gd name="adj" fmla="val 12102"/>
            </a:avLst>
          </a:prstGeom>
          <a:solidFill>
            <a:schemeClr val="tx1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9" name="矩形: 圆角 11"/>
          <p:cNvSpPr/>
          <p:nvPr>
            <p:custDataLst>
              <p:tags r:id="rId3"/>
            </p:custDataLst>
          </p:nvPr>
        </p:nvSpPr>
        <p:spPr>
          <a:xfrm rot="1980000">
            <a:off x="5634052" y="3315599"/>
            <a:ext cx="990838" cy="1008756"/>
          </a:xfrm>
          <a:prstGeom prst="roundRect">
            <a:avLst>
              <a:gd name="adj" fmla="val 12102"/>
            </a:avLst>
          </a:prstGeom>
          <a:gradFill flip="none" rotWithShape="1">
            <a:gsLst>
              <a:gs pos="0">
                <a:schemeClr val="accent4">
                  <a:lumMod val="50000"/>
                  <a:lumOff val="50000"/>
                  <a:alpha val="100000"/>
                </a:schemeClr>
              </a:gs>
              <a:gs pos="100000">
                <a:schemeClr val="accent4">
                  <a:lumMod val="55000"/>
                  <a:lumOff val="45000"/>
                  <a:alpha val="100000"/>
                </a:schemeClr>
              </a:gs>
            </a:gsLst>
            <a:lin ang="15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11" name="矩形: 圆角 16"/>
          <p:cNvSpPr/>
          <p:nvPr>
            <p:custDataLst>
              <p:tags r:id="rId4"/>
            </p:custDataLst>
          </p:nvPr>
        </p:nvSpPr>
        <p:spPr>
          <a:xfrm rot="18959196">
            <a:off x="4062216" y="2710800"/>
            <a:ext cx="990838" cy="1008756"/>
          </a:xfrm>
          <a:prstGeom prst="roundRect">
            <a:avLst>
              <a:gd name="adj" fmla="val 12102"/>
            </a:avLst>
          </a:prstGeom>
          <a:solidFill>
            <a:schemeClr val="tx1">
              <a:lumMod val="25000"/>
              <a:lumOff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1" name="矩形: 圆角 15"/>
          <p:cNvSpPr/>
          <p:nvPr>
            <p:custDataLst>
              <p:tags r:id="rId5"/>
            </p:custDataLst>
          </p:nvPr>
        </p:nvSpPr>
        <p:spPr>
          <a:xfrm rot="19971107">
            <a:off x="4066784" y="2974371"/>
            <a:ext cx="990838" cy="1008756"/>
          </a:xfrm>
          <a:prstGeom prst="roundRect">
            <a:avLst>
              <a:gd name="adj" fmla="val 12102"/>
            </a:avLst>
          </a:prstGeom>
          <a:gradFill>
            <a:gsLst>
              <a:gs pos="0">
                <a:schemeClr val="accent3">
                  <a:lumMod val="70000"/>
                  <a:lumOff val="30000"/>
                  <a:alpha val="100000"/>
                </a:schemeClr>
              </a:gs>
              <a:gs pos="100000">
                <a:schemeClr val="accent3">
                  <a:lumMod val="65000"/>
                  <a:lumOff val="35000"/>
                  <a:alpha val="100000"/>
                </a:scheme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2" name="矩形: 圆角 17"/>
          <p:cNvSpPr/>
          <p:nvPr>
            <p:custDataLst>
              <p:tags r:id="rId6"/>
            </p:custDataLst>
          </p:nvPr>
        </p:nvSpPr>
        <p:spPr>
          <a:xfrm rot="18959196">
            <a:off x="2510479" y="3579626"/>
            <a:ext cx="990838" cy="1008756"/>
          </a:xfrm>
          <a:prstGeom prst="roundRect">
            <a:avLst>
              <a:gd name="adj" fmla="val 12102"/>
            </a:avLst>
          </a:prstGeom>
          <a:solidFill>
            <a:schemeClr val="tx1">
              <a:lumMod val="30000"/>
              <a:lumOff val="7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3" name="矩形: 圆角 14"/>
          <p:cNvSpPr/>
          <p:nvPr>
            <p:custDataLst>
              <p:tags r:id="rId7"/>
            </p:custDataLst>
          </p:nvPr>
        </p:nvSpPr>
        <p:spPr>
          <a:xfrm rot="1980000">
            <a:off x="2532405" y="3315599"/>
            <a:ext cx="990838" cy="1008756"/>
          </a:xfrm>
          <a:prstGeom prst="roundRect">
            <a:avLst>
              <a:gd name="adj" fmla="val 12102"/>
            </a:avLst>
          </a:prstGeom>
          <a:gradFill>
            <a:gsLst>
              <a:gs pos="0">
                <a:schemeClr val="accent2">
                  <a:lumMod val="80000"/>
                  <a:lumOff val="20000"/>
                  <a:alpha val="100000"/>
                </a:schemeClr>
              </a:gs>
              <a:gs pos="100000">
                <a:schemeClr val="accent2">
                  <a:lumMod val="85000"/>
                  <a:lumOff val="15000"/>
                  <a:alpha val="10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4" name="矩形: 圆角 18"/>
          <p:cNvSpPr/>
          <p:nvPr>
            <p:custDataLst>
              <p:tags r:id="rId8"/>
            </p:custDataLst>
          </p:nvPr>
        </p:nvSpPr>
        <p:spPr>
          <a:xfrm rot="18959196">
            <a:off x="904382" y="2710800"/>
            <a:ext cx="990838" cy="1008756"/>
          </a:xfrm>
          <a:prstGeom prst="roundRect">
            <a:avLst>
              <a:gd name="adj" fmla="val 12102"/>
            </a:avLst>
          </a:prstGeom>
          <a:solidFill>
            <a:schemeClr val="tx1">
              <a:lumMod val="35000"/>
              <a:lumOff val="6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5" name="矩形: 圆角 13"/>
          <p:cNvSpPr/>
          <p:nvPr>
            <p:custDataLst>
              <p:tags r:id="rId9"/>
            </p:custDataLst>
          </p:nvPr>
        </p:nvSpPr>
        <p:spPr>
          <a:xfrm rot="19971107">
            <a:off x="963766" y="3010001"/>
            <a:ext cx="990838" cy="1008756"/>
          </a:xfrm>
          <a:prstGeom prst="roundRect">
            <a:avLst>
              <a:gd name="adj" fmla="val 12102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95000"/>
                  <a:lumOff val="5000"/>
                  <a:alpha val="100000"/>
                </a:scheme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pic>
        <p:nvPicPr>
          <p:cNvPr id="26" name="图片 13" descr="343435383036303b343532343135373bcfeec4bfb7d6cef6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99055" y="3333870"/>
            <a:ext cx="360629" cy="360629"/>
          </a:xfrm>
          <a:prstGeom prst="rect">
            <a:avLst/>
          </a:prstGeom>
        </p:spPr>
      </p:pic>
      <p:pic>
        <p:nvPicPr>
          <p:cNvPr id="27" name="图片 20" descr="343435383036303b343532343136353bcfeec4bfc6c0c9f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07554" y="3298240"/>
            <a:ext cx="360629" cy="360629"/>
          </a:xfrm>
          <a:prstGeom prst="rect">
            <a:avLst/>
          </a:prstGeom>
        </p:spPr>
      </p:pic>
      <p:sp>
        <p:nvSpPr>
          <p:cNvPr id="28" name="矩形: 圆角 19"/>
          <p:cNvSpPr/>
          <p:nvPr>
            <p:custDataLst>
              <p:tags r:id="rId16"/>
            </p:custDataLst>
          </p:nvPr>
        </p:nvSpPr>
        <p:spPr>
          <a:xfrm rot="18959196">
            <a:off x="7256136" y="2710800"/>
            <a:ext cx="990838" cy="1008756"/>
          </a:xfrm>
          <a:prstGeom prst="roundRect">
            <a:avLst>
              <a:gd name="adj" fmla="val 12102"/>
            </a:avLst>
          </a:prstGeom>
          <a:solidFill>
            <a:schemeClr val="tx1">
              <a:lumMod val="15000"/>
              <a:lumOff val="8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sp>
        <p:nvSpPr>
          <p:cNvPr id="29" name="矩形: 圆角 12"/>
          <p:cNvSpPr/>
          <p:nvPr>
            <p:custDataLst>
              <p:tags r:id="rId17"/>
            </p:custDataLst>
          </p:nvPr>
        </p:nvSpPr>
        <p:spPr>
          <a:xfrm rot="19971107">
            <a:off x="7196296" y="3010001"/>
            <a:ext cx="990838" cy="1008756"/>
          </a:xfrm>
          <a:prstGeom prst="roundRect">
            <a:avLst>
              <a:gd name="adj" fmla="val 12102"/>
            </a:avLst>
          </a:prstGeom>
          <a:gradFill>
            <a:gsLst>
              <a:gs pos="0">
                <a:schemeClr val="accent5">
                  <a:lumMod val="25000"/>
                  <a:lumOff val="75000"/>
                  <a:alpha val="100000"/>
                </a:schemeClr>
              </a:gs>
              <a:gs pos="100000">
                <a:schemeClr val="accent5">
                  <a:lumMod val="30000"/>
                  <a:lumOff val="70000"/>
                  <a:alpha val="10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>
              <a:solidFill>
                <a:schemeClr val="lt1"/>
              </a:solidFill>
            </a:endParaRPr>
          </a:p>
        </p:txBody>
      </p:sp>
      <p:pic>
        <p:nvPicPr>
          <p:cNvPr id="30" name="图片 7" descr="343435383036303b343532343135303bb9a4d7f7b0b2c5c5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531584" y="3333870"/>
            <a:ext cx="360698" cy="360698"/>
          </a:xfrm>
          <a:prstGeom prst="rect">
            <a:avLst/>
          </a:prstGeom>
        </p:spPr>
      </p:pic>
      <p:pic>
        <p:nvPicPr>
          <p:cNvPr id="31" name="图片 19" descr="343435383036303b343532343136343bcfeec4bfb7b6cea7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847137" y="3639924"/>
            <a:ext cx="360629" cy="360629"/>
          </a:xfrm>
          <a:prstGeom prst="rect">
            <a:avLst/>
          </a:prstGeom>
        </p:spPr>
      </p:pic>
      <p:pic>
        <p:nvPicPr>
          <p:cNvPr id="32" name="图片 5" descr="343435383036303b343532343134393bcdb7c4d4b7e7b1a9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75279" y="3639924"/>
            <a:ext cx="360629" cy="360629"/>
          </a:xfrm>
          <a:prstGeom prst="rect">
            <a:avLst/>
          </a:prstGeom>
        </p:spPr>
      </p:pic>
      <p:sp>
        <p:nvSpPr>
          <p:cNvPr id="33" name="矩形 36"/>
          <p:cNvSpPr/>
          <p:nvPr>
            <p:custDataLst>
              <p:tags r:id="rId27"/>
            </p:custDataLst>
          </p:nvPr>
        </p:nvSpPr>
        <p:spPr>
          <a:xfrm>
            <a:off x="848654" y="4274414"/>
            <a:ext cx="1214937" cy="11581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en-US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main.py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：图片</a:t>
            </a:r>
            <a:r>
              <a:rPr lang="en-US" altLang="zh-CN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/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视频入口与可视化输出</a:t>
            </a:r>
            <a:endParaRPr lang="zh-CN" altLang="en-US" sz="1200" kern="0" dirty="0">
              <a:solidFill>
                <a:schemeClr val="tx1">
                  <a:lumMod val="85000"/>
                  <a:lumOff val="15000"/>
                </a:schemeClr>
              </a:solidFill>
              <a:latin typeface="+中文正文" charset="0"/>
              <a:sym typeface="+mn-ea"/>
            </a:endParaRPr>
          </a:p>
        </p:txBody>
      </p:sp>
      <p:sp>
        <p:nvSpPr>
          <p:cNvPr id="34" name="矩形 37"/>
          <p:cNvSpPr/>
          <p:nvPr>
            <p:custDataLst>
              <p:tags r:id="rId28"/>
            </p:custDataLst>
          </p:nvPr>
        </p:nvSpPr>
        <p:spPr>
          <a:xfrm>
            <a:off x="3964461" y="4274414"/>
            <a:ext cx="1214937" cy="11581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en-US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blue_light.py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：预处理、分割、区域提取、关联</a:t>
            </a:r>
            <a:endParaRPr lang="zh-CN" altLang="en-US" sz="1200" kern="0" dirty="0">
              <a:solidFill>
                <a:schemeClr val="tx1">
                  <a:lumMod val="85000"/>
                  <a:lumOff val="15000"/>
                </a:schemeClr>
              </a:solidFill>
              <a:latin typeface="+中文正文" charset="0"/>
              <a:sym typeface="+mn-ea"/>
            </a:endParaRPr>
          </a:p>
        </p:txBody>
      </p:sp>
      <p:sp>
        <p:nvSpPr>
          <p:cNvPr id="35" name="矩形 38"/>
          <p:cNvSpPr/>
          <p:nvPr>
            <p:custDataLst>
              <p:tags r:id="rId29"/>
            </p:custDataLst>
          </p:nvPr>
        </p:nvSpPr>
        <p:spPr>
          <a:xfrm>
            <a:off x="7080269" y="4274414"/>
            <a:ext cx="1214937" cy="11581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>
            <a:noAutofit/>
          </a:bodyPr>
          <a:p>
            <a:pPr>
              <a:lnSpc>
                <a:spcPct val="150000"/>
              </a:lnSpc>
            </a:pPr>
            <a:r>
              <a:rPr lang="en-US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requirements.txt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：依赖说明</a:t>
            </a:r>
            <a:endParaRPr lang="zh-CN" altLang="en-US" sz="1200" kern="0" dirty="0">
              <a:solidFill>
                <a:schemeClr val="tx1">
                  <a:lumMod val="85000"/>
                  <a:lumOff val="15000"/>
                </a:schemeClr>
              </a:solidFill>
              <a:latin typeface="+中文正文" charset="0"/>
              <a:sym typeface="+mn-ea"/>
            </a:endParaRPr>
          </a:p>
        </p:txBody>
      </p:sp>
      <p:sp>
        <p:nvSpPr>
          <p:cNvPr id="36" name="矩形 39"/>
          <p:cNvSpPr/>
          <p:nvPr>
            <p:custDataLst>
              <p:tags r:id="rId30"/>
            </p:custDataLst>
          </p:nvPr>
        </p:nvSpPr>
        <p:spPr>
          <a:xfrm>
            <a:off x="2406786" y="1884455"/>
            <a:ext cx="1214937" cy="1157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>
            <a:noAutofit/>
          </a:bodyPr>
          <a:p>
            <a:pPr>
              <a:lnSpc>
                <a:spcPct val="150000"/>
              </a:lnSpc>
            </a:pPr>
            <a:r>
              <a:rPr lang="en-US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detector.py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：</a:t>
            </a:r>
            <a:r>
              <a:rPr lang="en-US" altLang="zh-CN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YOLOv8n 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检测与传统回退检测</a:t>
            </a:r>
            <a:endParaRPr lang="zh-CN" altLang="en-US" sz="1200" kern="0" dirty="0">
              <a:solidFill>
                <a:schemeClr val="tx1">
                  <a:lumMod val="85000"/>
                  <a:lumOff val="15000"/>
                </a:schemeClr>
              </a:solidFill>
              <a:latin typeface="+中文正文" charset="0"/>
              <a:sym typeface="+mn-ea"/>
            </a:endParaRPr>
          </a:p>
        </p:txBody>
      </p:sp>
      <p:sp>
        <p:nvSpPr>
          <p:cNvPr id="42" name="矩形 40"/>
          <p:cNvSpPr/>
          <p:nvPr>
            <p:custDataLst>
              <p:tags r:id="rId31"/>
            </p:custDataLst>
          </p:nvPr>
        </p:nvSpPr>
        <p:spPr>
          <a:xfrm>
            <a:off x="5522594" y="1884455"/>
            <a:ext cx="1214937" cy="1157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>
            <a:noAutofit/>
          </a:bodyPr>
          <a:p>
            <a:pPr>
              <a:lnSpc>
                <a:spcPct val="150000"/>
              </a:lnSpc>
            </a:pPr>
            <a:r>
              <a:rPr lang="en-US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utils.py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：</a:t>
            </a:r>
            <a:r>
              <a:rPr lang="en-US" altLang="zh-CN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Box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、</a:t>
            </a:r>
            <a:r>
              <a:rPr lang="en-US" altLang="zh-CN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IoU</a:t>
            </a:r>
            <a:r>
              <a:rPr lang="zh-CN" altLang="en-US" sz="1200" kern="0" dirty="0">
                <a:solidFill>
                  <a:schemeClr val="tx1">
                    <a:lumMod val="85000"/>
                    <a:lumOff val="15000"/>
                  </a:schemeClr>
                </a:solidFill>
                <a:latin typeface="+中文正文" charset="0"/>
                <a:sym typeface="+mn-ea"/>
              </a:rPr>
              <a:t>、包含比例、来源分类</a:t>
            </a:r>
            <a:endParaRPr lang="zh-CN" altLang="en-US" sz="1200" kern="0" dirty="0">
              <a:solidFill>
                <a:schemeClr val="tx1">
                  <a:lumMod val="85000"/>
                  <a:lumOff val="15000"/>
                </a:schemeClr>
              </a:solidFill>
              <a:latin typeface="+中文正文" charset="0"/>
              <a:sym typeface="+mn-ea"/>
            </a:endParaRPr>
          </a:p>
        </p:txBody>
      </p:sp>
    </p:spTree>
    <p:custDataLst>
      <p:tags r:id="rId3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任意多边形 45"/>
          <p:cNvSpPr/>
          <p:nvPr>
            <p:custDataLst>
              <p:tags r:id="rId1"/>
            </p:custDataLst>
          </p:nvPr>
        </p:nvSpPr>
        <p:spPr>
          <a:xfrm>
            <a:off x="0" y="857250"/>
            <a:ext cx="9144000" cy="2782729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0" h="5843">
                <a:moveTo>
                  <a:pt x="0" y="0"/>
                </a:moveTo>
                <a:lnTo>
                  <a:pt x="19200" y="0"/>
                </a:lnTo>
                <a:lnTo>
                  <a:pt x="19200" y="1014"/>
                </a:lnTo>
                <a:lnTo>
                  <a:pt x="19191" y="1026"/>
                </a:lnTo>
                <a:cubicBezTo>
                  <a:pt x="17011" y="3950"/>
                  <a:pt x="13527" y="5843"/>
                  <a:pt x="9600" y="5843"/>
                </a:cubicBezTo>
                <a:cubicBezTo>
                  <a:pt x="5673" y="5843"/>
                  <a:pt x="2189" y="3950"/>
                  <a:pt x="9" y="1026"/>
                </a:cubicBezTo>
                <a:lnTo>
                  <a:pt x="0" y="101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35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22000" y="1153054"/>
            <a:ext cx="8100000" cy="594000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4200" dirty="0">
                <a:solidFill>
                  <a:schemeClr val="lt1">
                    <a:lumMod val="100000"/>
                  </a:schemeClr>
                </a:solidFill>
              </a:rPr>
              <a:t>结果与结论</a:t>
            </a:r>
            <a:endParaRPr lang="zh-CN" altLang="en-US" sz="4200" dirty="0">
              <a:solidFill>
                <a:schemeClr val="lt1">
                  <a:lumMod val="100000"/>
                </a:schemeClr>
              </a:solidFill>
            </a:endParaRPr>
          </a:p>
        </p:txBody>
      </p:sp>
      <p:sp useBgFill="1">
        <p:nvSpPr>
          <p:cNvPr id="3" name="圆角矩形 2"/>
          <p:cNvSpPr/>
          <p:nvPr>
            <p:custDataLst>
              <p:tags r:id="rId3"/>
            </p:custDataLst>
          </p:nvPr>
        </p:nvSpPr>
        <p:spPr>
          <a:xfrm>
            <a:off x="556260" y="2234327"/>
            <a:ext cx="1938338" cy="3010376"/>
          </a:xfrm>
          <a:prstGeom prst="roundRect">
            <a:avLst>
              <a:gd name="adj" fmla="val 13095"/>
            </a:avLst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125730" tIns="1115695" rIns="125730" rtlCol="0" anchor="t" anchorCtr="0"/>
          <a:p>
            <a:pPr indent="0" algn="l" fontAlgn="auto">
              <a:lnSpc>
                <a:spcPct val="130000"/>
              </a:lnSpc>
            </a:pPr>
            <a:endParaRPr lang="zh-CN" altLang="en-US" sz="1200" dirty="0">
              <a:solidFill>
                <a:srgbClr val="262626"/>
              </a:solidFill>
              <a:latin typeface="+mn-ea"/>
              <a:cs typeface="+mn-ea"/>
              <a:sym typeface="+mn-ea"/>
            </a:endParaRPr>
          </a:p>
        </p:txBody>
      </p:sp>
      <p:sp useBgFill="1">
        <p:nvSpPr>
          <p:cNvPr id="7" name="圆角矩形 3"/>
          <p:cNvSpPr/>
          <p:nvPr>
            <p:custDataLst>
              <p:tags r:id="rId4"/>
            </p:custDataLst>
          </p:nvPr>
        </p:nvSpPr>
        <p:spPr>
          <a:xfrm>
            <a:off x="2596991" y="2234327"/>
            <a:ext cx="1938338" cy="3010376"/>
          </a:xfrm>
          <a:prstGeom prst="roundRect">
            <a:avLst>
              <a:gd name="adj" fmla="val 13095"/>
            </a:avLst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25730" tIns="1115695" rIns="125730" numCol="1" spcCol="0" rtlCol="0" fromWordArt="0" anchor="t" anchorCtr="0" forceAA="0" compatLnSpc="1">
            <a:noAutofit/>
          </a:bodyPr>
          <a:p>
            <a:pPr lvl="0" algn="l">
              <a:lnSpc>
                <a:spcPct val="130000"/>
              </a:lnSpc>
              <a:buClrTx/>
              <a:buSzTx/>
              <a:buFontTx/>
            </a:pPr>
            <a:endParaRPr lang="zh-CN" altLang="en-US" sz="1200">
              <a:solidFill>
                <a:srgbClr val="262626"/>
              </a:solidFill>
              <a:latin typeface="+mn-ea"/>
              <a:cs typeface="+mn-ea"/>
              <a:sym typeface="+mn-ea"/>
            </a:endParaRPr>
          </a:p>
        </p:txBody>
      </p:sp>
      <p:sp useBgFill="1">
        <p:nvSpPr>
          <p:cNvPr id="8" name="圆角矩形 6"/>
          <p:cNvSpPr/>
          <p:nvPr>
            <p:custDataLst>
              <p:tags r:id="rId5"/>
            </p:custDataLst>
          </p:nvPr>
        </p:nvSpPr>
        <p:spPr>
          <a:xfrm>
            <a:off x="4637723" y="2234327"/>
            <a:ext cx="1938338" cy="3010376"/>
          </a:xfrm>
          <a:prstGeom prst="roundRect">
            <a:avLst>
              <a:gd name="adj" fmla="val 13095"/>
            </a:avLst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25730" tIns="1115695" rIns="125730" numCol="1" spcCol="0" rtlCol="0" fromWordArt="0" anchor="t" anchorCtr="0" forceAA="0" compatLnSpc="1">
            <a:noAutofit/>
          </a:bodyPr>
          <a:p>
            <a:pPr lvl="0" algn="l">
              <a:lnSpc>
                <a:spcPct val="130000"/>
              </a:lnSpc>
              <a:buClrTx/>
              <a:buSzTx/>
              <a:buFontTx/>
            </a:pPr>
            <a:endParaRPr lang="zh-CN" altLang="en-US" sz="1200">
              <a:solidFill>
                <a:srgbClr val="262626"/>
              </a:solidFill>
              <a:latin typeface="+mn-ea"/>
              <a:cs typeface="+mn-ea"/>
              <a:sym typeface="+mn-ea"/>
            </a:endParaRPr>
          </a:p>
        </p:txBody>
      </p:sp>
      <p:sp useBgFill="1">
        <p:nvSpPr>
          <p:cNvPr id="9" name="圆角矩形 7"/>
          <p:cNvSpPr/>
          <p:nvPr>
            <p:custDataLst>
              <p:tags r:id="rId6"/>
            </p:custDataLst>
          </p:nvPr>
        </p:nvSpPr>
        <p:spPr>
          <a:xfrm>
            <a:off x="6678454" y="2234327"/>
            <a:ext cx="1938338" cy="3010376"/>
          </a:xfrm>
          <a:prstGeom prst="roundRect">
            <a:avLst>
              <a:gd name="adj" fmla="val 13095"/>
            </a:avLst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25730" tIns="1115695" rIns="125730" numCol="1" spcCol="0" rtlCol="0" fromWordArt="0" anchor="t" anchorCtr="0" forceAA="0" compatLnSpc="1">
            <a:noAutofit/>
          </a:bodyPr>
          <a:p>
            <a:pPr lvl="0" algn="l">
              <a:lnSpc>
                <a:spcPct val="130000"/>
              </a:lnSpc>
              <a:buClrTx/>
              <a:buSzTx/>
              <a:buFontTx/>
            </a:pPr>
            <a:endParaRPr lang="zh-CN" altLang="en-US" sz="1200">
              <a:solidFill>
                <a:srgbClr val="262626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6" name="圆角矩形 25"/>
          <p:cNvSpPr/>
          <p:nvPr>
            <p:custDataLst>
              <p:tags r:id="rId7"/>
            </p:custDataLst>
          </p:nvPr>
        </p:nvSpPr>
        <p:spPr>
          <a:xfrm>
            <a:off x="556260" y="2234327"/>
            <a:ext cx="1938338" cy="3010376"/>
          </a:xfrm>
          <a:prstGeom prst="roundRect">
            <a:avLst>
              <a:gd name="adj" fmla="val 13095"/>
            </a:avLst>
          </a:prstGeom>
          <a:solidFill>
            <a:srgbClr val="FFFFFF">
              <a:alpha val="15000"/>
            </a:srgb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07950" tIns="1007745" rIns="125730" numCol="1" spcCol="0" rtlCol="0" fromWordArt="0" anchor="t" anchorCtr="0" forceAA="0" compatLnSpc="1">
            <a:noAutofit/>
          </a:bodyPr>
          <a:p>
            <a:pPr lvl="0" indent="0" algn="just" fontAlgn="auto">
              <a:lnSpc>
                <a:spcPct val="140000"/>
              </a:lnSpc>
              <a:buClrTx/>
              <a:buSzTx/>
              <a:buFontTx/>
            </a:pPr>
            <a:r>
              <a:rPr lang="zh-CN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输出统计：总车辆数、含蓝光车辆数量、蓝光区域数</a:t>
            </a:r>
            <a:endParaRPr lang="zh-CN" altLang="zh-CN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1" name="椭圆 30"/>
          <p:cNvSpPr/>
          <p:nvPr>
            <p:custDataLst>
              <p:tags r:id="rId8"/>
            </p:custDataLst>
          </p:nvPr>
        </p:nvSpPr>
        <p:spPr>
          <a:xfrm>
            <a:off x="1296829" y="2503884"/>
            <a:ext cx="457676" cy="457676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cxnSp>
        <p:nvCxnSpPr>
          <p:cNvPr id="50" name="直接连接符 49"/>
          <p:cNvCxnSpPr/>
          <p:nvPr>
            <p:custDataLst>
              <p:tags r:id="rId9"/>
            </p:custDataLst>
          </p:nvPr>
        </p:nvCxnSpPr>
        <p:spPr>
          <a:xfrm>
            <a:off x="1382554" y="5041344"/>
            <a:ext cx="286226" cy="0"/>
          </a:xfrm>
          <a:prstGeom prst="line">
            <a:avLst/>
          </a:prstGeom>
          <a:ln w="4445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圆角矩形 11"/>
          <p:cNvSpPr/>
          <p:nvPr>
            <p:custDataLst>
              <p:tags r:id="rId10"/>
            </p:custDataLst>
          </p:nvPr>
        </p:nvSpPr>
        <p:spPr>
          <a:xfrm>
            <a:off x="2596991" y="2234327"/>
            <a:ext cx="1938338" cy="3010376"/>
          </a:xfrm>
          <a:prstGeom prst="roundRect">
            <a:avLst>
              <a:gd name="adj" fmla="val 13095"/>
            </a:avLst>
          </a:prstGeom>
          <a:solidFill>
            <a:srgbClr val="FFFFFF">
              <a:alpha val="15000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07950" tIns="1007745" rIns="125730" numCol="1" spcCol="0" rtlCol="0" fromWordArt="0" anchor="t" anchorCtr="0" forceAA="0" compatLnSpc="1">
            <a:noAutofit/>
          </a:bodyPr>
          <a:p>
            <a:pPr lvl="0" indent="0" algn="just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红框：含蓝光车辆；绿框：普通车辆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0" name="椭圆 18"/>
          <p:cNvSpPr/>
          <p:nvPr>
            <p:custDataLst>
              <p:tags r:id="rId11"/>
            </p:custDataLst>
          </p:nvPr>
        </p:nvSpPr>
        <p:spPr>
          <a:xfrm>
            <a:off x="3337560" y="2503884"/>
            <a:ext cx="457676" cy="457676"/>
          </a:xfrm>
          <a:prstGeom prst="ellipse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cxnSp>
        <p:nvCxnSpPr>
          <p:cNvPr id="20" name="直接连接符 19"/>
          <p:cNvCxnSpPr/>
          <p:nvPr>
            <p:custDataLst>
              <p:tags r:id="rId12"/>
            </p:custDataLst>
          </p:nvPr>
        </p:nvCxnSpPr>
        <p:spPr>
          <a:xfrm>
            <a:off x="3423285" y="5041344"/>
            <a:ext cx="286226" cy="0"/>
          </a:xfrm>
          <a:prstGeom prst="line">
            <a:avLst/>
          </a:prstGeom>
          <a:ln w="44450" cap="rnd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圆角矩形 20"/>
          <p:cNvSpPr/>
          <p:nvPr>
            <p:custDataLst>
              <p:tags r:id="rId13"/>
            </p:custDataLst>
          </p:nvPr>
        </p:nvSpPr>
        <p:spPr>
          <a:xfrm>
            <a:off x="4637723" y="2234327"/>
            <a:ext cx="1938338" cy="3010376"/>
          </a:xfrm>
          <a:prstGeom prst="roundRect">
            <a:avLst>
              <a:gd name="adj" fmla="val 13095"/>
            </a:avLst>
          </a:prstGeom>
          <a:solidFill>
            <a:srgbClr val="FFFFFF">
              <a:alpha val="15000"/>
            </a:srgb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07950" tIns="1007745" rIns="125730" numCol="1" spcCol="0" rtlCol="0" fromWordArt="0" anchor="t" anchorCtr="0" forceAA="0" compatLnSpc="1">
            <a:noAutofit/>
          </a:bodyPr>
          <a:p>
            <a:pPr lvl="0" indent="0" algn="just" fontAlgn="auto">
              <a:lnSpc>
                <a:spcPct val="140000"/>
              </a:lnSpc>
              <a:buClrTx/>
              <a:buSzTx/>
              <a:buFontTx/>
            </a:pPr>
            <a:r>
              <a:rPr lang="zh-CN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蓝框：车辆相关蓝光；橙框：环境干扰</a:t>
            </a:r>
            <a:endParaRPr lang="zh-CN" altLang="zh-CN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2" name="椭圆 21"/>
          <p:cNvSpPr/>
          <p:nvPr>
            <p:custDataLst>
              <p:tags r:id="rId14"/>
            </p:custDataLst>
          </p:nvPr>
        </p:nvSpPr>
        <p:spPr>
          <a:xfrm>
            <a:off x="5378291" y="2503884"/>
            <a:ext cx="457676" cy="457676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cxnSp>
        <p:nvCxnSpPr>
          <p:cNvPr id="13" name="直接连接符 22"/>
          <p:cNvCxnSpPr/>
          <p:nvPr>
            <p:custDataLst>
              <p:tags r:id="rId15"/>
            </p:custDataLst>
          </p:nvPr>
        </p:nvCxnSpPr>
        <p:spPr>
          <a:xfrm>
            <a:off x="5464016" y="5041344"/>
            <a:ext cx="286226" cy="0"/>
          </a:xfrm>
          <a:prstGeom prst="line">
            <a:avLst/>
          </a:prstGeom>
          <a:ln w="44450" cap="rnd"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圆角矩形 23"/>
          <p:cNvSpPr/>
          <p:nvPr>
            <p:custDataLst>
              <p:tags r:id="rId16"/>
            </p:custDataLst>
          </p:nvPr>
        </p:nvSpPr>
        <p:spPr>
          <a:xfrm>
            <a:off x="6678454" y="2234327"/>
            <a:ext cx="1938338" cy="3010376"/>
          </a:xfrm>
          <a:prstGeom prst="roundRect">
            <a:avLst>
              <a:gd name="adj" fmla="val 13095"/>
            </a:avLst>
          </a:prstGeom>
          <a:solidFill>
            <a:srgbClr val="FFFFFF">
              <a:alpha val="15000"/>
            </a:srgb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lIns="107950" tIns="1007745" rIns="125730" numCol="1" spcCol="0" rtlCol="0" fromWordArt="0" anchor="t" anchorCtr="0" forceAA="0" compatLnSpc="1">
            <a:noAutofit/>
          </a:bodyPr>
          <a:p>
            <a:pPr lvl="0" indent="0" algn="just" fontAlgn="auto">
              <a:lnSpc>
                <a:spcPct val="140000"/>
              </a:lnSpc>
              <a:buClrTx/>
              <a:buSzTx/>
              <a:buFontTx/>
            </a:pP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方案兼顾准确性、可解释性和轻量化部署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4" name="椭圆 26"/>
          <p:cNvSpPr/>
          <p:nvPr>
            <p:custDataLst>
              <p:tags r:id="rId17"/>
            </p:custDataLst>
          </p:nvPr>
        </p:nvSpPr>
        <p:spPr>
          <a:xfrm>
            <a:off x="7419023" y="2503884"/>
            <a:ext cx="457676" cy="457676"/>
          </a:xfrm>
          <a:prstGeom prst="ellipse">
            <a:avLst/>
          </a:prstGeom>
          <a:noFill/>
          <a:ln w="25400">
            <a:solidFill>
              <a:schemeClr val="accent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cxnSp>
        <p:nvCxnSpPr>
          <p:cNvPr id="32" name="直接连接符 31"/>
          <p:cNvCxnSpPr/>
          <p:nvPr>
            <p:custDataLst>
              <p:tags r:id="rId18"/>
            </p:custDataLst>
          </p:nvPr>
        </p:nvCxnSpPr>
        <p:spPr>
          <a:xfrm>
            <a:off x="7504748" y="5041344"/>
            <a:ext cx="286226" cy="0"/>
          </a:xfrm>
          <a:prstGeom prst="line">
            <a:avLst/>
          </a:prstGeom>
          <a:ln w="44450" cap="rnd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5" name="图片 3" descr="343439383331313b343532303031393bd2b5bca8b9dcc0ed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471863" y="2644854"/>
            <a:ext cx="189000" cy="189000"/>
          </a:xfrm>
          <a:prstGeom prst="rect">
            <a:avLst/>
          </a:prstGeom>
        </p:spPr>
      </p:pic>
      <p:pic>
        <p:nvPicPr>
          <p:cNvPr id="16" name="图片 11" descr="343439383331313b343532303032373bbfcdbba7b5b5b0b8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512594" y="2644854"/>
            <a:ext cx="189000" cy="189000"/>
          </a:xfrm>
          <a:prstGeom prst="rect">
            <a:avLst/>
          </a:prstGeom>
        </p:spPr>
      </p:pic>
      <p:pic>
        <p:nvPicPr>
          <p:cNvPr id="17" name="图片 8" descr="343439383331313b343532303032343bb7a2b2bcb9dcc0ed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529036" y="2616755"/>
            <a:ext cx="237104" cy="237104"/>
          </a:xfrm>
          <a:prstGeom prst="rect">
            <a:avLst/>
          </a:prstGeom>
        </p:spPr>
      </p:pic>
      <p:pic>
        <p:nvPicPr>
          <p:cNvPr id="18" name="图片 4" descr="343439383331313b343532303032303bb8f6c8cbd0c5cfa2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431131" y="2638187"/>
            <a:ext cx="188999" cy="188999"/>
          </a:xfrm>
          <a:prstGeom prst="rect">
            <a:avLst/>
          </a:prstGeom>
        </p:spPr>
      </p:pic>
    </p:spTree>
    <p:custDataLst>
      <p:tags r:id="rId3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 descr="night_result_00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" y="0"/>
            <a:ext cx="8572500" cy="6858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样式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0"/>
</p:tagLst>
</file>

<file path=ppt/tags/tag1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5"/>
</p:tagLst>
</file>

<file path=ppt/tags/tag1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0"/>
  <p:tag name="KSO_WM_TEMPLATE_CATEGORY" val="custom"/>
  <p:tag name="KSO_WM_TEMPLATE_INDEX" val="40498759"/>
</p:tagLst>
</file>

<file path=ppt/tags/tag1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UNIT_VALUE" val="350"/>
  <p:tag name="KSO_WM_TEMPLATE_CATEGORY" val="custom"/>
  <p:tag name="KSO_WM_TEMPLATE_INDEX" val="40498759"/>
</p:tagLst>
</file>

<file path=ppt/tags/tag1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40498759"/>
  <p:tag name="KSO_WM_TEMPLATE_CATEGORY" val="custom"/>
  <p:tag name="KSO_WM_TEMPLATE_MASTER_TYPE" val="0"/>
</p:tagLst>
</file>

<file path=ppt/tags/tag1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40498759_1*b*1"/>
  <p:tag name="KSO_WM_UNIT_ISNUMDGMTITLE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8759"/>
  <p:tag name="KSO_WM_TEMPLATE_CATEGORY" val="custom"/>
  <p:tag name="KSO_WM_UNIT_ISCONTENTSTITLE" val="0"/>
  <p:tag name="KSO_WM_UNIT_VALUE" val="35"/>
  <p:tag name="KSO_WM_UNIT_TEXT_TYPE" val="1"/>
  <p:tag name="KSO_WM_UNIT_NOCLEAR" val="0"/>
  <p:tag name="KSO_WM_UNIT_PRESET_TEXT" val=" WPS,a click to unlimited possibilities"/>
</p:tagLst>
</file>

<file path=ppt/tags/tag2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40498759_1*a*1"/>
  <p:tag name="KSO_WM_UNIT_ISNUMDGMTITLE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8759"/>
  <p:tag name="KSO_WM_TEMPLATE_CATEGORY" val="custom"/>
  <p:tag name="KSO_WM_UNIT_ISCONTENTSTITLE" val="0"/>
  <p:tag name="KSO_WM_UNIT_VALUE" val="20"/>
  <p:tag name="KSO_WM_UNIT_TEXT_TYPE" val="1"/>
  <p:tag name="KSO_WM_UNIT_NOCLEAR" val="0"/>
  <p:tag name="KSO_WM_UNIT_PRESET_TEXT" val="单击添加文档的标题"/>
</p:tagLst>
</file>

<file path=ppt/tags/tag21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40498759"/>
  <p:tag name="KSO_WM_TEMPLATE_CATEGORY" val="custom"/>
  <p:tag name="KSO_WM_SLIDE_INDEX" val="1"/>
  <p:tag name="KSO_WM_SLIDE_ID" val="custom40498759_1"/>
  <p:tag name="KSO_WM_TEMPLATE_MASTER_TYPE" val="0"/>
  <p:tag name="KSO_WM_SLIDE_LAYOUT" val="a_b"/>
  <p:tag name="KSO_WM_SLIDE_LAYOUT_CNT" val="1_1"/>
</p:tagLst>
</file>

<file path=ppt/tags/tag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31444_5*a*1"/>
  <p:tag name="KSO_WM_TEMPLATE_CATEGORY" val="diagram"/>
  <p:tag name="KSO_WM_TEMPLATE_INDEX" val="20231444"/>
  <p:tag name="KSO_WM_UNIT_LAYERLEVEL" val="1"/>
  <p:tag name="KSO_WM_TAG_VERSION" val="3.0"/>
  <p:tag name="KSO_WM_BEAUTIFY_FLAG" val="#wm#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"/>
  <p:tag name="KSO_WM_UNIT_ID" val="diagram20231444_3*l_i*1_1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gradient&quot;:[{&quot;brightness&quot;:0,&quot;colorType&quot;:1,&quot;foreColorIndex&quot;:5,&quot;pos&quot;:1,&quot;transparency&quot;:0.8999999761581421},{&quot;brightness&quot;:0,&quot;colorType&quot;:1,&quot;foreColorIndex&quot;:5,&quot;pos&quot;:0.25,&quot;transparency&quot;: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USESOURCEFORMAT_APPLY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"/>
  <p:tag name="KSO_WM_UNIT_ID" val="diagram20231444_3*l_i*1_2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gradient&quot;:[{&quot;brightness&quot;:0,&quot;colorType&quot;:1,&quot;foreColorIndex&quot;:5,&quot;pos&quot;:1,&quot;transparency&quot;:0.8999999761581421},{&quot;brightness&quot;:0,&quot;colorType&quot;:1,&quot;foreColorIndex&quot;:5,&quot;pos&quot;:0.25,&quot;transparency&quot;:1}],&quot;type&quot;:3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LINE_FORE_SCHEMECOLOR_INDEX" val="5"/>
  <p:tag name="KSO_WM_UNIT_LINE_FILL_TYPE" val="2"/>
  <p:tag name="KSO_WM_UNIT_USESOURCEFORMAT_APPLY" val="1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3"/>
  <p:tag name="KSO_WM_UNIT_ID" val="diagram20231444_3*l_i*1_3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gradient&quot;:[{&quot;brightness&quot;:0,&quot;colorType&quot;:1,&quot;foreColorIndex&quot;:5,&quot;pos&quot;:1,&quot;transparency&quot;:0.800000011920929},{&quot;brightness&quot;:0,&quot;colorType&quot;:1,&quot;foreColorIndex&quot;:5,&quot;pos&quot;:0,&quot;transparency&quot;: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USESOURCEFORMAT_APPLY" val="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4"/>
  <p:tag name="KSO_WM_UNIT_ID" val="diagram20231444_3*l_i*1_4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gradient&quot;:[{&quot;brightness&quot;:0,&quot;colorType&quot;:1,&quot;foreColorIndex&quot;:5,&quot;pos&quot;:1,&quot;transparency&quot;:0.800000011920929},{&quot;brightness&quot;:0,&quot;colorType&quot;:1,&quot;foreColorIndex&quot;:5,&quot;pos&quot;:0,&quot;transparency&quot;:1}],&quot;type&quot;:3},&quot;glow&quot;:{&quot;colorType&quot;:0},&quot;line&quot;:{&quot;solidLine&quot;:{&quot;brightness&quot;:0,&quot;colorType&quot;:1,&quot;foreColorIndex&quot;:5,&quot;transparency&quot;:0.850000023841857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LINE_FORE_SCHEMECOLOR_INDEX" val="5"/>
  <p:tag name="KSO_WM_UNIT_LINE_FILL_TYPE" val="2"/>
  <p:tag name="KSO_WM_UNIT_USESOURCEFORMAT_APPLY" val="1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5"/>
  <p:tag name="KSO_WM_UNIT_ID" val="diagram20231444_3*l_i*1_5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.60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USESOURCEFORMAT_APPLY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6"/>
  <p:tag name="KSO_WM_UNIT_ID" val="diagram20231444_3*l_i*1_6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7"/>
  <p:tag name="KSO_WM_UNIT_ID" val="diagram20231444_3*l_i*1_7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1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8"/>
  <p:tag name="KSO_WM_UNIT_ID" val="diagram20231444_3*l_i*1_8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LINE_FILL_TYPE" val="2"/>
  <p:tag name="KSO_WM_UNIT_USESOURCEFORMAT_APPLY" val="1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9"/>
  <p:tag name="KSO_WM_UNIT_ID" val="diagram20231444_3*l_i*1_9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1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0"/>
  <p:tag name="KSO_WM_UNIT_ID" val="diagram20231444_3*l_i*1_10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1"/>
  <p:tag name="KSO_WM_UNIT_ID" val="diagram20231444_3*l_i*1_11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LINE_FILL_TYPE" val="2"/>
  <p:tag name="KSO_WM_UNIT_USESOURCEFORMAT_APPLY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2"/>
  <p:tag name="KSO_WM_UNIT_ID" val="diagram20231444_3*l_i*1_12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3"/>
  <p:tag name="KSO_WM_UNIT_ID" val="diagram20231444_3*l_i*1_13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4"/>
  <p:tag name="KSO_WM_UNIT_ID" val="diagram20231444_3*l_i*1_14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1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5"/>
  <p:tag name="KSO_WM_UNIT_ID" val="diagram20231444_3*l_i*1_15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LINE_FILL_TYPE" val="2"/>
  <p:tag name="KSO_WM_UNIT_USESOURCEFORMAT_APPLY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6"/>
  <p:tag name="KSO_WM_UNIT_ID" val="diagram20231444_3*l_i*1_16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  <p:tag name="KSO_WM_UNIT_LINE_FILL_TYPE" val="2"/>
  <p:tag name="KSO_WM_UNIT_USESOURCEFORMAT_APPLY" val="1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7"/>
  <p:tag name="KSO_WM_UNIT_ID" val="diagram20231444_3*l_i*1_17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8"/>
  <p:tag name="KSO_WM_UNIT_ID" val="diagram20231444_3*l_i*1_18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LINE_FILL_TYPE" val="2"/>
  <p:tag name="KSO_WM_UNIT_USESOURCEFORMAT_APPLY" val="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19"/>
  <p:tag name="KSO_WM_UNIT_ID" val="diagram20231444_3*l_i*1_19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0"/>
  <p:tag name="KSO_WM_UNIT_ID" val="diagram20231444_3*l_i*1_20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1,&quot;foreColorIndex&quot;:5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UNIT_LINE_FILL_TYPE" val="2"/>
  <p:tag name="KSO_WM_UNIT_USESOURCEFORMAT_APPLY" val="1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1"/>
  <p:tag name="KSO_WM_UNIT_ID" val="diagram20231444_3*l_i*1_21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USESOURCEFORMAT_APPLY" val="1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2"/>
  <p:tag name="KSO_WM_UNIT_ID" val="diagram20231444_3*l_i*1_22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SHADOW_SCHEMECOLOR_INDEX" val="5"/>
  <p:tag name="KSO_WM_UNIT_USESOURCEFORMAT_APPLY" val="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3"/>
  <p:tag name="KSO_WM_UNIT_ID" val="diagram20231444_3*l_i*1_23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SHADOW_SCHEMECOLOR_INDEX" val="5"/>
  <p:tag name="KSO_WM_UNIT_USESOURCEFORMAT_APPLY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4"/>
  <p:tag name="KSO_WM_UNIT_ID" val="diagram20231444_3*l_i*1_24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SHADOW_SCHEMECOLOR_INDEX" val="5"/>
  <p:tag name="KSO_WM_UNIT_USESOURCEFORMAT_APPLY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i"/>
  <p:tag name="KSO_WM_UNIT_INDEX" val="1_25"/>
  <p:tag name="KSO_WM_UNIT_ID" val="diagram20231444_3*l_i*1_25"/>
  <p:tag name="KSO_WM_TEMPLATE_CATEGORY" val="diagram"/>
  <p:tag name="KSO_WM_TEMPLATE_INDEX" val="20231444"/>
  <p:tag name="KSO_WM_UNIT_LAYERLEVEL" val="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gradient&quot;:[{&quot;brightness&quot;:-0.25,&quot;colorType&quot;:1,&quot;foreColorIndex&quot;:5,&quot;pos&quot;:0.9200000166893005,&quot;transparency&quot;:0},{&quot;brightness&quot;:0.800000011920929,&quot;colorType&quot;:1,&quot;foreColorIndex&quot;:5,&quot;pos&quot;:0,&quot;transparency&quot;:0},{&quot;brightness&quot;:0.4000000059604645,&quot;colorType&quot;:1,&quot;foreColorIndex&quot;:5,&quot;pos&quot;:0.4000000059604645,&quot;transparency&quot;:0},{&quot;brightness&quot;:0,&quot;colorType&quot;:1,&quot;foreColorIndex&quot;:5,&quot;pos&quot;:0.6399999856948853,&quot;transparency&quot;:0}],&quot;type&quot;:3},&quot;glow&quot;:{&quot;colorType&quot;:0},&quot;line&quot;:{&quot;type&quot;:0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SHADOW_SCHEMECOLOR_INDEX" val="5"/>
  <p:tag name="KSO_WM_UNIT_TEXT_FILL_FORE_SCHEMECOLOR_INDEX" val="13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1444_3*l_h_f*1_1_1"/>
  <p:tag name="KSO_WM_TEMPLATE_CATEGORY" val="diagram"/>
  <p:tag name="KSO_WM_TEMPLATE_INDEX" val="20231444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单击此处添加文本单击此处添加文本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49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1444_3*l_h_f*1_4_1"/>
  <p:tag name="KSO_WM_TEMPLATE_CATEGORY" val="diagram"/>
  <p:tag name="KSO_WM_TEMPLATE_INDEX" val="20231444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单击此处添加文本单击此处添加文本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50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1444_3*l_h_f*1_3_1"/>
  <p:tag name="KSO_WM_TEMPLATE_CATEGORY" val="diagram"/>
  <p:tag name="KSO_WM_TEMPLATE_INDEX" val="20231444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单击此处添加文本单击此处添加文本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5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1444_3*l_h_f*1_2_1"/>
  <p:tag name="KSO_WM_TEMPLATE_CATEGORY" val="diagram"/>
  <p:tag name="KSO_WM_TEMPLATE_INDEX" val="20231444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37.26284372372385,&quot;left&quot;:60.39999999999998,&quot;top&quot;:150.4999954609727,&quot;width&quot;:861.5251968503937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499999940395355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单击此处添加文本单击此处添加文本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52.xml><?xml version="1.0" encoding="utf-8"?>
<p:tagLst xmlns:p="http://schemas.openxmlformats.org/presentationml/2006/main">
  <p:tag name="KSO_WM_SLIDE_ID" val="diagram2023144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diagram"/>
  <p:tag name="KSO_WM_TEMPLATE_INDEX" val="20231444"/>
  <p:tag name="KSO_WM_SLIDE_TYPE" val="text"/>
  <p:tag name="KSO_WM_SLIDE_SUBTYPE" val="diag"/>
  <p:tag name="KSO_WM_SLIDE_SIZE" val="861.525*337.263"/>
  <p:tag name="KSO_WM_SLIDE_POSITION" val="60.4*150.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4_5*a*1"/>
  <p:tag name="KSO_WM_TEMPLATE_CATEGORY" val="diagram"/>
  <p:tag name="KSO_WM_TEMPLATE_INDEX" val="20235154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NOCLEAR" val="0"/>
  <p:tag name="KSO_WM_UNIT_VALUE" val="29"/>
  <p:tag name="KSO_WM_DIAGRAM_GROUP_CODE" val="l1-1"/>
  <p:tag name="KSO_WM_UNIT_TYPE" val="a"/>
  <p:tag name="KSO_WM_UNIT_INDEX" val="1"/>
  <p:tag name="KSO_WM_UNIT_TEXT_TYPE" val="1"/>
  <p:tag name="KSO_WM_UNIT_PRESET_TEXT" val="单击此处添加文档标题内容"/>
  <p:tag name="KSO_WM_UNIT_TEXT_FILL_FORE_SCHEMECOLOR_INDEX" val="13"/>
  <p:tag name="KSO_WM_UNIT_TEXT_FILL_TYPE" val="1"/>
  <p:tag name="KSO_WM_UNIT_USESOURCEFORMAT_APPLY" val="1"/>
</p:tagLst>
</file>

<file path=ppt/tags/tag54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i*1_4"/>
  <p:tag name="KSO_WM_TEMPLATE_CATEGORY" val="diagram"/>
  <p:tag name="KSO_WM_TEMPLATE_INDEX" val="20235154"/>
  <p:tag name="KSO_WM_UNIT_LAYERLEVEL" val="1_1"/>
  <p:tag name="KSO_WM_TAG_VERSION" val="3.0"/>
  <p:tag name="KSO_WM_DIAGRAM_GROUP_CODE" val="l1-1"/>
  <p:tag name="KSO_WM_UNIT_TYPE" val="l_i"/>
  <p:tag name="KSO_WM_UNIT_INDEX" val="1_4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solid&quot;:{&quot;brightness&quot;:0.6000000238418579,&quot;colorType&quot;:1,&quot;foreColorIndex&quot;:5,&quot;transparency&quot;:0.899999976158142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.6"/>
  <p:tag name="KSO_WM_UNIT_LINE_FORE_SCHEMECOLOR_INDEX" val="5"/>
  <p:tag name="KSO_WM_UNIT_TEXT_FILL_FORE_SCHEMECOLOR_INDEX" val="1"/>
  <p:tag name="KSO_WM_UNIT_TEXT_FILL_TYPE" val="1"/>
  <p:tag name="KSO_WM_UNIT_LINE_FILL_TYPE" val="2"/>
  <p:tag name="KSO_WM_UNIT_USESOURCEFORMAT_APPLY" val="1"/>
</p:tagLst>
</file>

<file path=ppt/tags/tag55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i*1_1"/>
  <p:tag name="KSO_WM_TEMPLATE_CATEGORY" val="diagram"/>
  <p:tag name="KSO_WM_TEMPLATE_INDEX" val="20235154"/>
  <p:tag name="KSO_WM_UNIT_LAYERLEVEL" val="1_1"/>
  <p:tag name="KSO_WM_TAG_VERSION" val="3.0"/>
  <p:tag name="KSO_WM_DIAGRAM_GROUP_CODE" val="l1-1"/>
  <p:tag name="KSO_WM_UNIT_TYPE" val="l_i"/>
  <p:tag name="KSO_WM_UNIT_INDEX" val="1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solid&quot;:{&quot;brightness&quot;:0.6000000238418579,&quot;colorType&quot;:1,&quot;foreColorIndex&quot;:5,&quot;transparency&quot;:0.899999976158142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.6"/>
  <p:tag name="KSO_WM_UNIT_LINE_FORE_SCHEMECOLOR_INDEX" val="5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56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i*1_3"/>
  <p:tag name="KSO_WM_TEMPLATE_CATEGORY" val="diagram"/>
  <p:tag name="KSO_WM_TEMPLATE_INDEX" val="20235154"/>
  <p:tag name="KSO_WM_UNIT_LAYERLEVEL" val="1_1"/>
  <p:tag name="KSO_WM_TAG_VERSION" val="3.0"/>
  <p:tag name="KSO_WM_DIAGRAM_GROUP_CODE" val="l1-1"/>
  <p:tag name="KSO_WM_UNIT_TYPE" val="l_i"/>
  <p:tag name="KSO_WM_UNIT_INDEX" val="1_3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gradient&quot;:[{&quot;brightness&quot;:-0.5,&quot;colorType&quot;:1,&quot;foreColorIndex&quot;:5,&quot;pos&quot;:0,&quot;transparency&quot;:0.6800000071525574},{&quot;brightness&quot;:-0.5,&quot;colorType&quot;:1,&quot;foreColorIndex&quot;:5,&quot;pos&quot;:0.8299999833106995,&quot;transparency&quot;:1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57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i*1_2"/>
  <p:tag name="KSO_WM_TEMPLATE_CATEGORY" val="diagram"/>
  <p:tag name="KSO_WM_TEMPLATE_INDEX" val="20235154"/>
  <p:tag name="KSO_WM_UNIT_LAYERLEVEL" val="1_1"/>
  <p:tag name="KSO_WM_TAG_VERSION" val="3.0"/>
  <p:tag name="KSO_WM_DIAGRAM_GROUP_CODE" val="l1-1"/>
  <p:tag name="KSO_WM_UNIT_TYPE" val="l_i"/>
  <p:tag name="KSO_WM_UNIT_INDEX" val="1_2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solid&quot;:{&quot;brightness&quot;:0,&quot;colorType&quot;:1,&quot;foreColorIndex&quot;:5,&quot;transparency&quot;:0.4699999988079071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UNIT_TEXT_FILL_FORE_SCHEMECOLOR_INDEX" val="2"/>
  <p:tag name="KSO_WM_UNIT_TEXT_FILL_TYPE" val="1"/>
  <p:tag name="KSO_WM_UNIT_USESOURCEFORMAT_APPLY" val="1"/>
</p:tagLst>
</file>

<file path=ppt/tags/tag58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f*1_1_1"/>
  <p:tag name="KSO_WM_TEMPLATE_CATEGORY" val="diagram"/>
  <p:tag name="KSO_WM_TEMPLATE_INDEX" val="20235154"/>
  <p:tag name="KSO_WM_UNIT_LAYERLEVEL" val="1_1_1"/>
  <p:tag name="KSO_WM_TAG_VERSION" val="3.0"/>
  <p:tag name="KSO_WM_UNIT_SUBTYPE" val="a"/>
  <p:tag name="KSO_WM_UNIT_TEXT_LAYER_COUNT" val="1"/>
  <p:tag name="KSO_WM_UNIT_NOCLEAR" val="0"/>
  <p:tag name="KSO_WM_DIAGRAM_GROUP_CODE" val="l1-1"/>
  <p:tag name="KSO_WM_UNIT_TYPE" val="l_h_f"/>
  <p:tag name="KSO_WM_UNIT_INDEX" val="1_1_1"/>
  <p:tag name="KSO_WM_UNIT_VALUE" val="57"/>
  <p:tag name="KSO_WM_DIAGRAM_VERSION" val="3"/>
  <p:tag name="KSO_WM_DIAGRAM_COLOR_TRICK" val="1"/>
  <p:tag name="KSO_WM_DIAGRAM_COLOR_TEXT_CAN_REMOVE" val="n"/>
  <p:tag name="KSO_WM_UNIT_TEXT_TYPE" val="1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输入智能图形项正文，文字是您思想的提炼，请尽量言简意赅的阐述观点。"/>
  <p:tag name="KSO_WM_UNIT_TEXT_FILL_FORE_SCHEMECOLOR_INDEX" val="1"/>
  <p:tag name="KSO_WM_UNIT_TEXT_FILL_TYPE" val="1"/>
  <p:tag name="KSO_WM_UNIT_USESOURCEFORMAT_APPLY" val="1"/>
</p:tagLst>
</file>

<file path=ppt/tags/tag59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i*1_1_1"/>
  <p:tag name="KSO_WM_TEMPLATE_CATEGORY" val="diagram"/>
  <p:tag name="KSO_WM_TEMPLATE_INDEX" val="20235154"/>
  <p:tag name="KSO_WM_UNIT_LAYERLEVEL" val="1_1_1"/>
  <p:tag name="KSO_WM_TAG_VERSION" val="3.0"/>
  <p:tag name="KSO_WM_DIAGRAM_GROUP_CODE" val="l1-1"/>
  <p:tag name="KSO_WM_UNIT_SUBTYPE" val="d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.5},{&quot;brightness&quot;:0,&quot;colorType&quot;:1,&quot;foreColorIndex&quot;:5,&quot;pos&quot;:0.9399999976158142,&quot;transparency&quot;:0.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FILL_FORE_SCHEMECOLOR_INDEX" val="3"/>
  <p:tag name="KSO_WM_UNIT_TEXT_FILL_TYPE" val="3"/>
  <p:tag name="KSO_WM_UNIT_USESOURCEFORMAT_APPLY" val="1"/>
</p:tagLst>
</file>

<file path=ppt/tags/tag60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f*1_2_1"/>
  <p:tag name="KSO_WM_TEMPLATE_CATEGORY" val="diagram"/>
  <p:tag name="KSO_WM_TEMPLATE_INDEX" val="20235154"/>
  <p:tag name="KSO_WM_UNIT_LAYERLEVEL" val="1_1_1"/>
  <p:tag name="KSO_WM_TAG_VERSION" val="3.0"/>
  <p:tag name="KSO_WM_UNIT_SUBTYPE" val="a"/>
  <p:tag name="KSO_WM_UNIT_TEXT_LAYER_COUNT" val="1"/>
  <p:tag name="KSO_WM_UNIT_NOCLEAR" val="0"/>
  <p:tag name="KSO_WM_DIAGRAM_GROUP_CODE" val="l1-1"/>
  <p:tag name="KSO_WM_UNIT_TYPE" val="l_h_f"/>
  <p:tag name="KSO_WM_UNIT_INDEX" val="1_2_1"/>
  <p:tag name="KSO_WM_UNIT_VALUE" val="57"/>
  <p:tag name="KSO_WM_DIAGRAM_VERSION" val="3"/>
  <p:tag name="KSO_WM_DIAGRAM_COLOR_TRICK" val="1"/>
  <p:tag name="KSO_WM_DIAGRAM_COLOR_TEXT_CAN_REMOVE" val="n"/>
  <p:tag name="KSO_WM_UNIT_TEXT_TYPE" val="1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输入智能图形项正文，文字是您思想的提炼，请尽量言简意赅的阐述观点。"/>
  <p:tag name="KSO_WM_UNIT_TEXT_FILL_FORE_SCHEMECOLOR_INDEX" val="1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i*1_2_1"/>
  <p:tag name="KSO_WM_TEMPLATE_CATEGORY" val="diagram"/>
  <p:tag name="KSO_WM_TEMPLATE_INDEX" val="20235154"/>
  <p:tag name="KSO_WM_UNIT_LAYERLEVEL" val="1_1_1"/>
  <p:tag name="KSO_WM_TAG_VERSION" val="3.0"/>
  <p:tag name="KSO_WM_DIAGRAM_GROUP_CODE" val="l1-1"/>
  <p:tag name="KSO_WM_UNIT_SUBTYPE" val="d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.5},{&quot;brightness&quot;:0,&quot;colorType&quot;:1,&quot;foreColorIndex&quot;:5,&quot;pos&quot;:0.9399999976158142,&quot;transparency&quot;:0.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FILL_FORE_SCHEMECOLOR_INDEX" val="3"/>
  <p:tag name="KSO_WM_UNIT_TEXT_FILL_TYPE" val="3"/>
  <p:tag name="KSO_WM_UNIT_USESOURCEFORMAT_APPLY" val="1"/>
</p:tagLst>
</file>

<file path=ppt/tags/tag62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f*1_3_1"/>
  <p:tag name="KSO_WM_TEMPLATE_CATEGORY" val="diagram"/>
  <p:tag name="KSO_WM_TEMPLATE_INDEX" val="20235154"/>
  <p:tag name="KSO_WM_UNIT_LAYERLEVEL" val="1_1_1"/>
  <p:tag name="KSO_WM_TAG_VERSION" val="3.0"/>
  <p:tag name="KSO_WM_UNIT_SUBTYPE" val="a"/>
  <p:tag name="KSO_WM_UNIT_TEXT_LAYER_COUNT" val="1"/>
  <p:tag name="KSO_WM_UNIT_NOCLEAR" val="0"/>
  <p:tag name="KSO_WM_DIAGRAM_GROUP_CODE" val="l1-1"/>
  <p:tag name="KSO_WM_UNIT_TYPE" val="l_h_f"/>
  <p:tag name="KSO_WM_UNIT_INDEX" val="1_3_1"/>
  <p:tag name="KSO_WM_UNIT_VALUE" val="57"/>
  <p:tag name="KSO_WM_DIAGRAM_VERSION" val="3"/>
  <p:tag name="KSO_WM_DIAGRAM_COLOR_TRICK" val="1"/>
  <p:tag name="KSO_WM_DIAGRAM_COLOR_TEXT_CAN_REMOVE" val="n"/>
  <p:tag name="KSO_WM_UNIT_TEXT_TYPE" val="1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输入智能图形项正文，文字是您思想的提炼，请尽量言简意赅的阐述观点。"/>
  <p:tag name="KSO_WM_UNIT_TEXT_FILL_FORE_SCHEMECOLOR_INDEX" val="1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i*1_3_1"/>
  <p:tag name="KSO_WM_TEMPLATE_CATEGORY" val="diagram"/>
  <p:tag name="KSO_WM_TEMPLATE_INDEX" val="20235154"/>
  <p:tag name="KSO_WM_UNIT_LAYERLEVEL" val="1_1_1"/>
  <p:tag name="KSO_WM_TAG_VERSION" val="3.0"/>
  <p:tag name="KSO_WM_DIAGRAM_GROUP_CODE" val="l1-1"/>
  <p:tag name="KSO_WM_UNIT_SUBTYPE" val="d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.5},{&quot;brightness&quot;:0,&quot;colorType&quot;:1,&quot;foreColorIndex&quot;:5,&quot;pos&quot;:0.9399999976158142,&quot;transparency&quot;:0.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FILL_FORE_SCHEMECOLOR_INDEX" val="3"/>
  <p:tag name="KSO_WM_UNIT_TEXT_FILL_TYPE" val="3"/>
  <p:tag name="KSO_WM_UNIT_USESOURCEFORMAT_APPLY" val="1"/>
</p:tagLst>
</file>

<file path=ppt/tags/tag64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f*1_4_1"/>
  <p:tag name="KSO_WM_TEMPLATE_CATEGORY" val="diagram"/>
  <p:tag name="KSO_WM_TEMPLATE_INDEX" val="20235154"/>
  <p:tag name="KSO_WM_UNIT_LAYERLEVEL" val="1_1_1"/>
  <p:tag name="KSO_WM_TAG_VERSION" val="3.0"/>
  <p:tag name="KSO_WM_UNIT_SUBTYPE" val="a"/>
  <p:tag name="KSO_WM_UNIT_TEXT_LAYER_COUNT" val="1"/>
  <p:tag name="KSO_WM_UNIT_NOCLEAR" val="0"/>
  <p:tag name="KSO_WM_DIAGRAM_GROUP_CODE" val="l1-1"/>
  <p:tag name="KSO_WM_UNIT_TYPE" val="l_h_f"/>
  <p:tag name="KSO_WM_UNIT_INDEX" val="1_4_1"/>
  <p:tag name="KSO_WM_DIAGRAM_VERSION" val="3"/>
  <p:tag name="KSO_WM_DIAGRAM_COLOR_TRICK" val="1"/>
  <p:tag name="KSO_WM_DIAGRAM_COLOR_TEXT_CAN_REMOVE" val="n"/>
  <p:tag name="KSO_WM_UNIT_VALUE" val="76"/>
  <p:tag name="KSO_WM_UNIT_TEXT_TYPE" val="1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输入智能图形项正文，文字是您思想的提炼，请尽量言简意赅的阐述观点。单击此处添加正文，文字是您思想的提炼。"/>
  <p:tag name="KSO_WM_UNIT_TEXT_FILL_FORE_SCHEMECOLOR_INDEX" val="1"/>
  <p:tag name="KSO_WM_UNIT_TEXT_FILL_TYPE" val="1"/>
  <p:tag name="KSO_WM_UNIT_USESOURCEFORMAT_APPLY" val="1"/>
</p:tagLst>
</file>

<file path=ppt/tags/tag65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i*1_4_1"/>
  <p:tag name="KSO_WM_TEMPLATE_CATEGORY" val="diagram"/>
  <p:tag name="KSO_WM_TEMPLATE_INDEX" val="20235154"/>
  <p:tag name="KSO_WM_UNIT_LAYERLEVEL" val="1_1_1"/>
  <p:tag name="KSO_WM_TAG_VERSION" val="3.0"/>
  <p:tag name="KSO_WM_DIAGRAM_GROUP_CODE" val="l1-1"/>
  <p:tag name="KSO_WM_UNIT_SUBTYPE" val="d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.5},{&quot;brightness&quot;:0,&quot;colorType&quot;:1,&quot;foreColorIndex&quot;:5,&quot;pos&quot;:0.9399999976158142,&quot;transparency&quot;:0.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FILL_FORE_SCHEMECOLOR_INDEX" val="3"/>
  <p:tag name="KSO_WM_UNIT_TEXT_FILL_TYPE" val="3"/>
  <p:tag name="KSO_WM_UNIT_USESOURCEFORMAT_APPLY" val="1"/>
</p:tagLst>
</file>

<file path=ppt/tags/tag66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f*1_5_1"/>
  <p:tag name="KSO_WM_TEMPLATE_CATEGORY" val="diagram"/>
  <p:tag name="KSO_WM_TEMPLATE_INDEX" val="20235154"/>
  <p:tag name="KSO_WM_UNIT_LAYERLEVEL" val="1_1_1"/>
  <p:tag name="KSO_WM_TAG_VERSION" val="3.0"/>
  <p:tag name="KSO_WM_UNIT_SUBTYPE" val="a"/>
  <p:tag name="KSO_WM_UNIT_TEXT_LAYER_COUNT" val="1"/>
  <p:tag name="KSO_WM_UNIT_NOCLEAR" val="0"/>
  <p:tag name="KSO_WM_DIAGRAM_GROUP_CODE" val="l1-1"/>
  <p:tag name="KSO_WM_UNIT_TYPE" val="l_h_f"/>
  <p:tag name="KSO_WM_UNIT_INDEX" val="1_5_1"/>
  <p:tag name="KSO_WM_UNIT_VALUE" val="76"/>
  <p:tag name="KSO_WM_DIAGRAM_VERSION" val="3"/>
  <p:tag name="KSO_WM_DIAGRAM_COLOR_TRICK" val="1"/>
  <p:tag name="KSO_WM_DIAGRAM_COLOR_TEXT_CAN_REMOVE" val="n"/>
  <p:tag name="KSO_WM_UNIT_TEXT_TYPE" val="1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输入智能图形项正文，文字是您思想的提炼，请尽量言简意赅的阐述观点。单击此处添加正文，文字是您思想的提炼。"/>
  <p:tag name="KSO_WM_UNIT_TEXT_FILL_FORE_SCHEMECOLOR_INDEX" val="1"/>
  <p:tag name="KSO_WM_UNIT_TEXT_FILL_TYPE" val="1"/>
  <p:tag name="KSO_WM_UNIT_USESOURCEFORMAT_APPLY" val="1"/>
</p:tagLst>
</file>

<file path=ppt/tags/tag67.xml><?xml version="1.0" encoding="utf-8"?>
<p:tagLst xmlns:p="http://schemas.openxmlformats.org/presentationml/2006/main">
  <p:tag name="KSO_WM_DIAGRAM_VIRTUALLY_FRAME" val="{&quot;height&quot;:388.7625844005158,&quot;left&quot;:55.375,&quot;top&quot;:105.6999479572224,&quot;width&quot;:850.6}"/>
  <p:tag name="KSO_WM_UNIT_HIGHLIGHT" val="0"/>
  <p:tag name="KSO_WM_UNIT_COMPATIBLE" val="0"/>
  <p:tag name="KSO_WM_UNIT_DIAGRAM_ISNUMVISUAL" val="0"/>
  <p:tag name="KSO_WM_UNIT_DIAGRAM_ISREFERUNIT" val="0"/>
  <p:tag name="KSO_WM_UNIT_ID" val="diagram20235154_4*l_h_i*1_5_1"/>
  <p:tag name="KSO_WM_TEMPLATE_CATEGORY" val="diagram"/>
  <p:tag name="KSO_WM_TEMPLATE_INDEX" val="20235154"/>
  <p:tag name="KSO_WM_UNIT_LAYERLEVEL" val="1_1_1"/>
  <p:tag name="KSO_WM_TAG_VERSION" val="3.0"/>
  <p:tag name="KSO_WM_DIAGRAM_GROUP_CODE" val="l1-1"/>
  <p:tag name="KSO_WM_UNIT_SUBTYPE" val="d"/>
  <p:tag name="KSO_WM_UNIT_TYPE" val="l_h_i"/>
  <p:tag name="KSO_WM_UNIT_INDEX" val="1_5_1"/>
  <p:tag name="KSO_WM_DIAGRAM_VERSION" val="3"/>
  <p:tag name="KSO_WM_DIAGRAM_COLOR_TRICK" val="1"/>
  <p:tag name="KSO_WM_DIAGRAM_COLOR_TEXT_CAN_REMOVE" val="n"/>
  <p:tag name="KSO_WM_DIAGRAM_MAX_ITEMCNT" val="12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.5},{&quot;brightness&quot;:0,&quot;colorType&quot;:1,&quot;foreColorIndex&quot;:5,&quot;pos&quot;:0.9399999976158142,&quot;transparency&quot;:0.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FILL_FORE_SCHEMECOLOR_INDEX" val="3"/>
  <p:tag name="KSO_WM_UNIT_TEXT_FILL_TYPE" val="3"/>
  <p:tag name="KSO_WM_UNIT_USESOURCEFORMAT_APPLY" val="1"/>
</p:tagLst>
</file>

<file path=ppt/tags/tag68.xml><?xml version="1.0" encoding="utf-8"?>
<p:tagLst xmlns:p="http://schemas.openxmlformats.org/presentationml/2006/main">
  <p:tag name="KSO_WM_SLIDE_ID" val="diagram20235154_5"/>
  <p:tag name="KSO_WM_TEMPLATE_SUBCATEGORY" val="0"/>
  <p:tag name="KSO_WM_TEMPLATE_MASTER_TYPE" val="0"/>
  <p:tag name="KSO_WM_TEMPLATE_COLOR_TYPE" val="0"/>
  <p:tag name="KSO_WM_SLIDE_ITEM_CNT" val="6"/>
  <p:tag name="KSO_WM_SLIDE_INDEX" val="5"/>
  <p:tag name="KSO_WM_TAG_VERSION" val="3.0"/>
  <p:tag name="KSO_WM_BEAUTIFY_FLAG" val="#wm#"/>
  <p:tag name="KSO_WM_TEMPLATE_CATEGORY" val="diagram"/>
  <p:tag name="KSO_WM_TEMPLATE_INDEX" val="20235154"/>
  <p:tag name="KSO_WM_SLIDE_TYPE" val="text"/>
  <p:tag name="KSO_WM_SLIDE_SUBTYPE" val="diag"/>
  <p:tag name="KSO_WM_SLIDE_SIZE" val="792.6*459.361"/>
  <p:tag name="KSO_WM_SLIDE_POSITION" val="84.6*69.72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6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4503_1*a*1"/>
  <p:tag name="KSO_WM_TEMPLATE_CATEGORY" val="diagram"/>
  <p:tag name="KSO_WM_TEMPLATE_INDEX" val="20234503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7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4"/>
  <p:tag name="KSO_WM_UNIT_ID" val="diagram20234503_1*l_h_i*1_5_4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brightness&quot;:0,&quot;colorType&quot;:1,&quot;foreColorIndex&quot;:5,&quot;transparency&quot;:0.400000005960464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9"/>
  <p:tag name="KSO_WM_UNIT_USESOURCEFORMAT_APPLY" val="1"/>
</p:tagLst>
</file>

<file path=ppt/tags/tag7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5_1"/>
  <p:tag name="KSO_WM_UNIT_ID" val="diagram20234503_1*l_h_f*1_5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，简要地阐述观点。"/>
  <p:tag name="KSO_WM_UNIT_FILL_TYPE" val="1"/>
  <p:tag name="KSO_WM_UNIT_FILL_FORE_SCHEMECOLOR_INDEX" val="2"/>
  <p:tag name="KSO_WM_UNIT_FILL_FORE_SCHEMECOLOR_INDEX_BRIGHTNESS" val="0"/>
  <p:tag name="KSO_WM_UNIT_LINE_FORE_SCHEMECOLOR_INDEX" val="9"/>
  <p:tag name="KSO_WM_UNIT_TEXT_FILL_FORE_SCHEMECOLOR_INDEX" val="1"/>
  <p:tag name="KSO_WM_UNIT_TEXT_FILL_TYPE" val="1"/>
  <p:tag name="KSO_WM_UNIT_TEXT_TYPE" val="1"/>
  <p:tag name="KSO_WM_UNIT_LINE_FILL_TYPE" val="2"/>
  <p:tag name="KSO_WM_UNIT_USESOURCEFORMAT_APPLY" val="1"/>
</p:tagLst>
</file>

<file path=ppt/tags/tag7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00*10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5_1"/>
  <p:tag name="KSO_WM_UNIT_ID" val="diagram20234503_1*l_h_x*1_5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9"/>
  <p:tag name="KSO_WM_UNIT_FILL_TYPE" val="1"/>
  <p:tag name="KSO_WM_UNIT_USESOURCEFORMAT_APPLY" val="1"/>
</p:tagLst>
</file>

<file path=ppt/tags/tag7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3"/>
  <p:tag name="KSO_WM_UNIT_ID" val="diagram20234503_1*l_h_i*1_5_3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9"/>
  <p:tag name="KSO_WM_UNIT_LINE_FILL_TYPE" val="2"/>
  <p:tag name="KSO_WM_UNIT_USESOURCEFORMAT_APPLY" val="1"/>
</p:tagLst>
</file>

<file path=ppt/tags/tag7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4"/>
  <p:tag name="KSO_WM_UNIT_ID" val="diagram20234503_1*l_h_i*1_4_4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brightness&quot;:0,&quot;colorType&quot;:1,&quot;foreColorIndex&quot;:5,&quot;transparency&quot;:0.400000005960464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8"/>
  <p:tag name="KSO_WM_UNIT_USESOURCEFORMAT_APPLY" val="1"/>
</p:tagLst>
</file>

<file path=ppt/tags/tag7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diagram20234503_1*l_h_f*1_4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，简要地阐述观点。"/>
  <p:tag name="KSO_WM_UNIT_FILL_TYPE" val="1"/>
  <p:tag name="KSO_WM_UNIT_FILL_FORE_SCHEMECOLOR_INDEX" val="2"/>
  <p:tag name="KSO_WM_UNIT_FILL_FORE_SCHEMECOLOR_INDEX_BRIGHTNESS" val="0"/>
  <p:tag name="KSO_WM_UNIT_LINE_FORE_SCHEMECOLOR_INDEX" val="8"/>
  <p:tag name="KSO_WM_UNIT_TEXT_FILL_FORE_SCHEMECOLOR_INDEX" val="1"/>
  <p:tag name="KSO_WM_UNIT_TEXT_FILL_TYPE" val="1"/>
  <p:tag name="KSO_WM_UNIT_TEXT_TYPE" val="1"/>
  <p:tag name="KSO_WM_UNIT_LINE_FILL_TYPE" val="2"/>
  <p:tag name="KSO_WM_UNIT_USESOURCEFORMAT_APPLY" val="1"/>
</p:tagLst>
</file>

<file path=ppt/tags/tag7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3"/>
  <p:tag name="KSO_WM_UNIT_ID" val="diagram20234503_1*l_h_i*1_4_3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8"/>
  <p:tag name="KSO_WM_UNIT_LINE_FILL_TYPE" val="2"/>
  <p:tag name="KSO_WM_UNIT_USESOURCEFORMAT_APPLY" val="1"/>
</p:tagLst>
</file>

<file path=ppt/tags/tag7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4"/>
  <p:tag name="KSO_WM_UNIT_ID" val="diagram20234503_1*l_h_i*1_3_4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brightness&quot;:0,&quot;colorType&quot;:1,&quot;foreColorIndex&quot;:5,&quot;transparency&quot;:0.400000005960464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7"/>
  <p:tag name="KSO_WM_UNIT_USESOURCEFORMAT_APPLY" val="1"/>
</p:tagLst>
</file>

<file path=ppt/tags/tag7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4503_1*l_h_f*1_3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，简要地阐述观点。"/>
  <p:tag name="KSO_WM_UNIT_FILL_TYPE" val="1"/>
  <p:tag name="KSO_WM_UNIT_FILL_FORE_SCHEMECOLOR_INDEX" val="2"/>
  <p:tag name="KSO_WM_UNIT_FILL_FORE_SCHEMECOLOR_INDEX_BRIGHTNESS" val="0"/>
  <p:tag name="KSO_WM_UNIT_LINE_FORE_SCHEMECOLOR_INDEX" val="7"/>
  <p:tag name="KSO_WM_UNIT_TEXT_FILL_FORE_SCHEMECOLOR_INDEX" val="1"/>
  <p:tag name="KSO_WM_UNIT_TEXT_FILL_TYPE" val="1"/>
  <p:tag name="KSO_WM_UNIT_TEXT_TYPE" val="1"/>
  <p:tag name="KSO_WM_UNIT_LINE_FILL_TYPE" val="2"/>
  <p:tag name="KSO_WM_UNIT_USESOURCEFORMAT_APPLY" val="1"/>
</p:tagLst>
</file>

<file path=ppt/tags/tag7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3"/>
  <p:tag name="KSO_WM_UNIT_ID" val="diagram20234503_1*l_h_i*1_3_3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7"/>
  <p:tag name="KSO_WM_UNIT_LINE_FILL_TYPE" val="2"/>
  <p:tag name="KSO_WM_UNIT_USESOURCEFORMAT_APPLY" val="1"/>
</p:tagLst>
</file>

<file path=ppt/tags/tag8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4"/>
  <p:tag name="KSO_WM_UNIT_ID" val="diagram20234503_1*l_h_i*1_2_4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brightness&quot;:0,&quot;colorType&quot;:1,&quot;foreColorIndex&quot;:5,&quot;transparency&quot;:0.400000005960464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6"/>
  <p:tag name="KSO_WM_UNIT_USESOURCEFORMAT_APPLY" val="1"/>
</p:tagLst>
</file>

<file path=ppt/tags/tag8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4503_1*l_h_f*1_2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，简要地阐述观点。"/>
  <p:tag name="KSO_WM_UNIT_FILL_TYPE" val="1"/>
  <p:tag name="KSO_WM_UNIT_FILL_FORE_SCHEMECOLOR_INDEX" val="2"/>
  <p:tag name="KSO_WM_UNIT_FILL_FORE_SCHEMECOLOR_INDEX_BRIGHTNESS" val="0"/>
  <p:tag name="KSO_WM_UNIT_LINE_FORE_SCHEMECOLOR_INDEX" val="6"/>
  <p:tag name="KSO_WM_UNIT_TEXT_FILL_FORE_SCHEMECOLOR_INDEX" val="1"/>
  <p:tag name="KSO_WM_UNIT_TEXT_FILL_TYPE" val="1"/>
  <p:tag name="KSO_WM_UNIT_TEXT_TYPE" val="1"/>
  <p:tag name="KSO_WM_UNIT_LINE_FILL_TYPE" val="2"/>
  <p:tag name="KSO_WM_UNIT_USESOURCEFORMAT_APPLY" val="1"/>
</p:tagLst>
</file>

<file path=ppt/tags/tag8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3"/>
  <p:tag name="KSO_WM_UNIT_ID" val="diagram20234503_1*l_h_i*1_2_3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6"/>
  <p:tag name="KSO_WM_UNIT_LINE_FILL_TYPE" val="2"/>
  <p:tag name="KSO_WM_UNIT_USESOURCEFORMAT_APPLY" val="1"/>
</p:tagLst>
</file>

<file path=ppt/tags/tag8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4"/>
  <p:tag name="KSO_WM_UNIT_ID" val="diagram20234503_1*l_h_i*1_1_4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brightness&quot;:0,&quot;colorType&quot;:1,&quot;foreColorIndex&quot;:5,&quot;transparency&quot;:0.400000005960464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SHADOW_SCHEMECOLOR_INDEX" val="5"/>
  <p:tag name="KSO_WM_UNIT_USESOURCEFORMAT_APPLY" val="1"/>
</p:tagLst>
</file>

<file path=ppt/tags/tag8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4503_1*l_h_f*1_1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VALUE" val="100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2,&quot;transparency&quot;:0.800000011920929},&quot;type&quot;:1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，简要地阐述观点。"/>
  <p:tag name="KSO_WM_UNIT_FILL_TYPE" val="1"/>
  <p:tag name="KSO_WM_UNIT_FILL_FORE_SCHEMECOLOR_INDEX" val="2"/>
  <p:tag name="KSO_WM_UNIT_FILL_FORE_SCHEMECOLOR_INDEX_BRIGHTNESS" val="0"/>
  <p:tag name="KSO_WM_UNIT_LINE_FORE_SCHEMECOLOR_INDEX" val="5"/>
  <p:tag name="KSO_WM_UNIT_TEXT_FILL_FORE_SCHEMECOLOR_INDEX" val="1"/>
  <p:tag name="KSO_WM_UNIT_TEXT_FILL_TYPE" val="1"/>
  <p:tag name="KSO_WM_UNIT_TEXT_TYPE" val="1"/>
  <p:tag name="KSO_WM_UNIT_LINE_FILL_TYPE" val="2"/>
  <p:tag name="KSO_WM_UNIT_USESOURCEFORMAT_APPLY" val="1"/>
</p:tagLst>
</file>

<file path=ppt/tags/tag8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3"/>
  <p:tag name="KSO_WM_UNIT_ID" val="diagram20234503_1*l_h_i*1_1_3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1"/>
</p:tagLst>
</file>

<file path=ppt/tags/tag8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2"/>
  <p:tag name="KSO_WM_UNIT_ID" val="diagram20234503_1*l_h_i*1_5_2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9"/>
  <p:tag name="KSO_WM_UNIT_LINE_FILL_TYPE" val="2"/>
  <p:tag name="KSO_WM_UNIT_USESOURCEFORMAT_APPLY" val="1"/>
</p:tagLst>
</file>

<file path=ppt/tags/tag8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diagram20234503_1*l_h_i*1_4_2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8"/>
  <p:tag name="KSO_WM_UNIT_LINE_FILL_TYPE" val="2"/>
  <p:tag name="KSO_WM_UNIT_USESOURCEFORMAT_APPLY" val="1"/>
</p:tagLst>
</file>

<file path=ppt/tags/tag8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4503_1*l_h_i*1_3_2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7"/>
  <p:tag name="KSO_WM_UNIT_LINE_FILL_TYPE" val="2"/>
  <p:tag name="KSO_WM_UNIT_USESOURCEFORMAT_APPLY" val="1"/>
</p:tagLst>
</file>

<file path=ppt/tags/tag8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4503_1*l_h_i*1_2_2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6"/>
  <p:tag name="KSO_WM_UNIT_LINE_FILL_TYPE" val="2"/>
  <p:tag name="KSO_WM_UNIT_USESOURCEFORMAT_APPLY" val="1"/>
</p:tagLst>
</file>

<file path=ppt/tags/tag9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4503_1*l_h_i*1_1_2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LINE_FORE_SCHEMECOLOR_INDEX" val="5"/>
  <p:tag name="KSO_WM_UNIT_LINE_FILL_TYPE" val="2"/>
  <p:tag name="KSO_WM_UNIT_USESOURCEFORMAT_APPLY" val="1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diagram20234503_1*l_h_i*1_3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USESOURCEFORMAT_APPLY" val="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diagram20234503_1*l_h_i*1_2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USESOURCEFORMAT_APPLY" val="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diagram20234503_1*l_h_i*1_1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USESOURCEFORMAT_APPLY" val="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diagram20234503_1*l_h_i*1_4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USESOURCEFORMAT_APPLY" val="1"/>
</p:tagLst>
</file>

<file path=ppt/tags/tag9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00*10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4503_1*l_h_x*1_1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TYPE" val="1"/>
  <p:tag name="KSO_WM_UNIT_USESOURCEFORMAT_APPLY" val="1"/>
</p:tagLst>
</file>

<file path=ppt/tags/tag9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93*10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4503_1*l_h_x*1_2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6"/>
  <p:tag name="KSO_WM_UNIT_FILL_TYPE" val="1"/>
  <p:tag name="KSO_WM_UNIT_USESOURCEFORMAT_APPLY" val="1"/>
</p:tagLst>
</file>

<file path=ppt/tags/tag9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00*10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4503_1*l_h_x*1_3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7"/>
  <p:tag name="KSO_WM_UNIT_FILL_TYPE" val="1"/>
  <p:tag name="KSO_WM_UNIT_USESOURCEFORMAT_APPLY" val="1"/>
</p:tagLst>
</file>

<file path=ppt/tags/tag9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96*10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4_1"/>
  <p:tag name="KSO_WM_UNIT_ID" val="diagram20234503_1*l_h_x*1_4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8"/>
  <p:tag name="KSO_WM_UNIT_FILL_TYPE" val="1"/>
  <p:tag name="KSO_WM_UNIT_USESOURCEFORMAT_APPLY" val="1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5_1"/>
  <p:tag name="KSO_WM_UNIT_ID" val="diagram20234503_1*l_h_i*1_5_1"/>
  <p:tag name="KSO_WM_TEMPLATE_CATEGORY" val="diagram"/>
  <p:tag name="KSO_WM_TEMPLATE_INDEX" val="20234503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293.64999820333855,&quot;left&quot;:60.89999999999998,&quot;top&quot;:151.40000089833075,&quot;width&quot;:832.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"/>
  <p:tag name="KSO_WM_UNIT_TEXT_FILL_TYPE" val="1"/>
  <p:tag name="KSO_WM_UNIT_USESOURCEFORMAT_APPLY" val="1"/>
</p:tagLst>
</file>

<file path=ppt/tags/tag100.xml><?xml version="1.0" encoding="utf-8"?>
<p:tagLst xmlns:p="http://schemas.openxmlformats.org/presentationml/2006/main">
  <p:tag name="KSO_WM_SLIDE_ID" val="diagram20234503_1"/>
  <p:tag name="KSO_WM_TEMPLATE_SUBCATEGORY" val="0"/>
  <p:tag name="KSO_WM_TEMPLATE_MASTER_TYPE" val="0"/>
  <p:tag name="KSO_WM_TEMPLATE_COLOR_TYPE" val="0"/>
  <p:tag name="KSO_WM_SLIDE_ITEM_CNT" val="5"/>
  <p:tag name="KSO_WM_SLIDE_INDEX" val="1"/>
  <p:tag name="KSO_WM_TAG_VERSION" val="3.0"/>
  <p:tag name="KSO_WM_BEAUTIFY_FLAG" val="#wm#"/>
  <p:tag name="KSO_WM_TEMPLATE_CATEGORY" val="diagram"/>
  <p:tag name="KSO_WM_TEMPLATE_INDEX" val="20234503"/>
  <p:tag name="KSO_WM_SLIDE_LAYOUT" val="a_l"/>
  <p:tag name="KSO_WM_SLIDE_LAYOUT_CNT" val="1_1"/>
  <p:tag name="KSO_WM_SPECIAL_SOURCE" val="bdnull"/>
  <p:tag name="KSO_WM_SLIDE_TYPE" val="text"/>
  <p:tag name="KSO_WM_SLIDE_SIZE" val="832.3*293.65"/>
  <p:tag name="KSO_WM_SLIDE_POSITION" val="60.9*151.4"/>
  <p:tag name="KSO_WM_ASSIST_SLIDE" val="1"/>
  <p:tag name="KSO_WM_SLIDE_SUBTYPE" val="diag"/>
  <p:tag name="KSO_WM_DIAGRAM_GROUP_CODE" val="l1-1"/>
  <p:tag name="KSO_WM_SLIDE_DIAGTYPE" val="l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4407_1*a*1"/>
  <p:tag name="KSO_WM_TEMPLATE_CATEGORY" val="diagram"/>
  <p:tag name="KSO_WM_TEMPLATE_INDEX" val="20234407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0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4407_1*l_h_f*1_1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"/>
  <p:tag name="KSO_WM_UNIT_LINE_FORE_SCHEMECOLOR_INDEX" val="-2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03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4407_1*l_h_f*1_4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"/>
  <p:tag name="KSO_WM_UNIT_LINE_FORE_SCHEMECOLOR_INDEX" val="-2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0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4407_1*l_h_f*1_3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"/>
  <p:tag name="KSO_WM_UNIT_LINE_FORE_SCHEMECOLOR_INDEX" val="-2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diagram20234407_1*l_h_i*1_3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0000001192092896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-2"/>
  <p:tag name="KSO_WM_UNIT_TEXT_FILL_FORE_SCHEMECOLOR_INDEX" val="1"/>
  <p:tag name="KSO_WM_UNIT_TEXT_FILL_TYPE" val="1"/>
  <p:tag name="KSO_WM_UNIT_USESOURCEFORMAT_APPLY" val="1"/>
</p:tagLst>
</file>

<file path=ppt/tags/tag10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4407_1*l_h_f*1_2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添加文本具体内容"/>
  <p:tag name="KSO_WM_UNIT_LINE_FORE_SCHEMECOLOR_INDEX" val="-2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diagram20234407_1*l_h_i*1_2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6000000238418579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-2"/>
  <p:tag name="KSO_WM_UNIT_TEXT_FILL_FORE_SCHEMECOLOR_INDEX" val="1"/>
  <p:tag name="KSO_WM_UNIT_TEXT_FILL_TYPE" val="1"/>
  <p:tag name="KSO_WM_UNIT_USESOURCEFORMAT_APPLY" val="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diagram20234407_1*l_h_i*1_1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7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-2"/>
  <p:tag name="KSO_WM_UNIT_TEXT_FILL_FORE_SCHEMECOLOR_INDEX" val="1"/>
  <p:tag name="KSO_WM_UNIT_TEXT_FILL_TYPE" val="1"/>
  <p:tag name="KSO_WM_UNIT_USESOURCEFORMAT_APPLY" val="1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diagram20234407_1*l_h_i*1_4_1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30000001192092896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-2"/>
  <p:tag name="KSO_WM_UNIT_TEXT_FILL_FORE_SCHEMECOLOR_INDEX" val="1"/>
  <p:tag name="KSO_WM_UNIT_TEXT_FILL_TYPE" val="1"/>
  <p:tag name="KSO_WM_UNIT_USESOURCEFORMAT_APPLY" val="1"/>
</p:tagLst>
</file>

<file path=ppt/tags/tag11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diagram20234407_1*l_h_i*1_4_2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,&quot;colorType&quot;:1,&quot;foreColorIndex&quot;:5,&quot;transparency&quot;:0.2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4407_1*l_h_i*1_3_2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.4000000059604645,&quot;colorType&quot;:1,&quot;foreColorIndex&quot;:5,&quot;transparency&quot;:0.2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4407_1*l_h_i*1_2_2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.6000000238418579,&quot;colorType&quot;:1,&quot;foreColorIndex&quot;:5,&quot;transparency&quot;:0.2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4407_1*l_h_i*1_1_2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.800000011920929,&quot;colorType&quot;:1,&quot;foreColorIndex&quot;:5,&quot;transparency&quot;:0.25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3"/>
  <p:tag name="KSO_WM_UNIT_ID" val="diagram20234407_1*l_h_i*1_1_3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.6000000238418579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3"/>
  <p:tag name="KSO_WM_UNIT_ID" val="diagram20234407_1*l_h_i*1_4_3"/>
  <p:tag name="KSO_WM_TEMPLATE_CATEGORY" val="diagram"/>
  <p:tag name="KSO_WM_TEMPLATE_INDEX" val="20234407"/>
  <p:tag name="KSO_WM_UNIT_LAYERLEVEL" val="1_1_1"/>
  <p:tag name="KSO_WM_TAG_VERSION" val="3.0"/>
  <p:tag name="KSO_WM_BEAUTIFY_FLAG" val="#wm#"/>
  <p:tag name="KSO_WM_UNIT_FILL_TYPE" val="1"/>
  <p:tag name="KSO_WM_UNIT_FILL_FORE_SCHEMECOLOR_INDEX" val="5"/>
  <p:tag name="KSO_WM_UNIT_FILL_FORE_SCHEMECOLOR_INDEX_BRIGHTNESS" val="1"/>
  <p:tag name="KSO_WM_UNIT_LINE_FORE_SCHEMECOLOR_INDEX" val="-2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13"/>
  <p:tag name="KSO_WM_UNIT_TEXT_FILL_TYPE" val="1"/>
  <p:tag name="KSO_WM_UNIT_USESOURCEFORMAT_APPLY" val="1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i"/>
  <p:tag name="KSO_WM_UNIT_INDEX" val="1_1"/>
  <p:tag name="KSO_WM_UNIT_ID" val="diagram20234407_1*l_i*1_1"/>
  <p:tag name="KSO_WM_TEMPLATE_CATEGORY" val="diagram"/>
  <p:tag name="KSO_WM_TEMPLATE_INDEX" val="20234407"/>
  <p:tag name="KSO_WM_UNIT_LAYERLEVEL" val="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4"/>
  <p:tag name="KSO_WM_DIAGRAM_VIRTUALLY_FRAME" val="{&quot;height&quot;:320.5723629081131,&quot;left&quot;:55.01385826771656,&quot;top&quot;:142.42763744358123,&quot;width&quot;:850.6591338582678}"/>
  <p:tag name="KSO_WM_DIAGRAM_COLOR_MATCH_VALUE" val="{&quot;shape&quot;:{&quot;fill&quot;:{&quot;solid&quot;:{&quot;brightness&quot;:0,&quot;colorType&quot;:2,&quot;rgb&quot;:&quot;#bfbfb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13"/>
  <p:tag name="KSO_WM_UNIT_FILL_FORE_SCHEMECOLOR_INDEX_BRIGHTNESS" val="0.75"/>
  <p:tag name="KSO_WM_UNIT_USESOURCEFORMAT_APPLY" val="1"/>
</p:tagLst>
</file>

<file path=ppt/tags/tag117.xml><?xml version="1.0" encoding="utf-8"?>
<p:tagLst xmlns:p="http://schemas.openxmlformats.org/presentationml/2006/main">
  <p:tag name="KSO_WM_SLIDE_ID" val="diagram20234407_1"/>
  <p:tag name="KSO_WM_TEMPLATE_SUBCATEGORY" val="0"/>
  <p:tag name="KSO_WM_TEMPLATE_MASTER_TYPE" val="0"/>
  <p:tag name="KSO_WM_TEMPLATE_COLOR_TYPE" val="0"/>
  <p:tag name="KSO_WM_SLIDE_ITEM_CNT" val="4"/>
  <p:tag name="KSO_WM_SLIDE_INDEX" val="1"/>
  <p:tag name="KSO_WM_TAG_VERSION" val="3.0"/>
  <p:tag name="KSO_WM_BEAUTIFY_FLAG" val="#wm#"/>
  <p:tag name="KSO_WM_TEMPLATE_CATEGORY" val="diagram"/>
  <p:tag name="KSO_WM_TEMPLATE_INDEX" val="20234407"/>
  <p:tag name="KSO_WM_SLIDE_TYPE" val="text"/>
  <p:tag name="KSO_WM_SLIDE_SUBTYPE" val="diag"/>
  <p:tag name="KSO_WM_SLIDE_SIZE" val="850.659*320.572"/>
  <p:tag name="KSO_WM_SLIDE_POSITION" val="55.0139*142.428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1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diagram20234390_1*a*1"/>
  <p:tag name="KSO_WM_TEMPLATE_CATEGORY" val="diagram"/>
  <p:tag name="KSO_WM_TEMPLATE_INDEX" val="20234390"/>
  <p:tag name="KSO_WM_UNIT_LAYERLEVEL" val="1"/>
  <p:tag name="KSO_WM_TAG_VERSION" val="3.0"/>
  <p:tag name="KSO_WM_BEAUTIFY_FLAG" val="#wm#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1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diagram20234390_1*l_h_i*1_4_2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.800000011920929,&quot;colorType&quot;:1,&quot;foreColorIndex&quot;:13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3"/>
  <p:tag name="KSO_WM_UNIT_FILL_FORE_SCHEMECOLOR_INDEX_BRIGHTNESS" val="0.8"/>
  <p:tag name="KSO_WM_UNIT_TEXT_FILL_FORE_SCHEMECOLOR_INDEX" val="2"/>
  <p:tag name="KSO_WM_UNIT_TEXT_FILL_TYPE" val="1"/>
  <p:tag name="KSO_WM_UNIT_USESOURCEFORMAT_APPLY" val="1"/>
</p:tagLst>
</file>

<file path=ppt/tags/tag12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diagram20234390_1*l_h_i*1_4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gradient&quot;:[{&quot;brightness&quot;:0.5,&quot;colorType&quot;:1,&quot;foreColorIndex&quot;:5,&quot;pos&quot;:0,&quot;transparency&quot;:0},{&quot;brightness&quot;:0.44999998807907104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2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4390_1*l_h_i*1_3_2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.75,&quot;colorType&quot;:1,&quot;foreColorIndex&quot;:13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3"/>
  <p:tag name="KSO_WM_UNIT_FILL_FORE_SCHEMECOLOR_INDEX_BRIGHTNESS" val="0.75"/>
  <p:tag name="KSO_WM_UNIT_TEXT_FILL_FORE_SCHEMECOLOR_INDEX" val="2"/>
  <p:tag name="KSO_WM_UNIT_TEXT_FILL_TYPE" val="1"/>
  <p:tag name="KSO_WM_UNIT_USESOURCEFORMAT_APPLY" val="1"/>
</p:tagLst>
</file>

<file path=ppt/tags/tag12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4390_1*l_h_i*1_3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gradient&quot;:[{&quot;brightness&quot;:0.30000001192092896,&quot;colorType&quot;:1,&quot;foreColorIndex&quot;:5,&quot;pos&quot;:0,&quot;transparency&quot;:0},{&quot;brightness&quot;:0.349999994039535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2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4390_1*l_h_i*1_2_2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.699999988079071,&quot;colorType&quot;:1,&quot;foreColorIndex&quot;:13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3"/>
  <p:tag name="KSO_WM_UNIT_FILL_FORE_SCHEMECOLOR_INDEX_BRIGHTNESS" val="0.7"/>
  <p:tag name="KSO_WM_UNIT_TEXT_FILL_FORE_SCHEMECOLOR_INDEX" val="2"/>
  <p:tag name="KSO_WM_UNIT_TEXT_FILL_TYPE" val="1"/>
  <p:tag name="KSO_WM_UNIT_USESOURCEFORMAT_APPLY" val="1"/>
</p:tagLst>
</file>

<file path=ppt/tags/tag124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4390_1*l_h_i*1_2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gradient&quot;:[{&quot;brightness&quot;:0.20000000298023224,&quot;colorType&quot;:1,&quot;foreColorIndex&quot;:5,&quot;pos&quot;:0,&quot;transparency&quot;:0},{&quot;brightness&quot;: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25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4390_1*l_h_i*1_1_2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.6499999761581421,&quot;colorType&quot;:1,&quot;foreColorIndex&quot;:13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3"/>
  <p:tag name="KSO_WM_UNIT_FILL_FORE_SCHEMECOLOR_INDEX_BRIGHTNESS" val="0.65"/>
  <p:tag name="KSO_WM_UNIT_TEXT_FILL_FORE_SCHEMECOLOR_INDEX" val="2"/>
  <p:tag name="KSO_WM_UNIT_TEXT_FILL_TYPE" val="1"/>
  <p:tag name="KSO_WM_UNIT_USESOURCEFORMAT_APPLY" val="1"/>
</p:tagLst>
</file>

<file path=ppt/tags/tag126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4390_1*l_h_i*1_1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gradient&quot;:[{&quot;brightness&quot;:0,&quot;colorType&quot;:1,&quot;foreColorIndex&quot;:5,&quot;pos&quot;:0,&quot;transparency&quot;:0},{&quot;brightness&quot;:0.05000000074505806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27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39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4390_1*l_h_x*1_1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2"/>
  <p:tag name="KSO_WM_UNIT_FILL_FORE_SCHEMECOLOR_INDEX_BRIGHTNESS" val="0"/>
  <p:tag name="KSO_WM_UNIT_USESOURCEFORMAT_APPLY" val="1"/>
</p:tagLst>
</file>

<file path=ppt/tags/tag128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39*1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4390_1*l_h_x*1_3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2"/>
  <p:tag name="KSO_WM_UNIT_FILL_FORE_SCHEMECOLOR_INDEX_BRIGHTNESS" val="0"/>
  <p:tag name="KSO_WM_UNIT_USESOURCEFORMAT_APPLY" val="1"/>
</p:tagLst>
</file>

<file path=ppt/tags/tag12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2"/>
  <p:tag name="KSO_WM_UNIT_ID" val="diagram20234390_1*l_h_i*1_5_2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.8500000238418579,&quot;colorType&quot;:1,&quot;foreColorIndex&quot;:13,&quot;transparency&quot;:0.80000001192092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13"/>
  <p:tag name="KSO_WM_UNIT_FILL_FORE_SCHEMECOLOR_INDEX_BRIGHTNESS" val="0.85"/>
  <p:tag name="KSO_WM_UNIT_TEXT_FILL_FORE_SCHEMECOLOR_INDEX" val="2"/>
  <p:tag name="KSO_WM_UNIT_TEXT_FILL_TYPE" val="1"/>
  <p:tag name="KSO_WM_UNIT_USESOURCEFORMAT_APPLY" val="1"/>
</p:tagLst>
</file>

<file path=ppt/tags/tag13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1"/>
  <p:tag name="KSO_WM_UNIT_ID" val="diagram20234390_1*l_h_i*1_5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gradient&quot;:[{&quot;brightness&quot;:0.75,&quot;colorType&quot;:1,&quot;foreColorIndex&quot;:5,&quot;pos&quot;:0,&quot;transparency&quot;:0},{&quot;brightness&quot;:0.699999988079071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TEXT_FILL_FORE_SCHEMECOLOR_INDEX" val="2"/>
  <p:tag name="KSO_WM_UNIT_TEXT_FILL_TYPE" val="1"/>
  <p:tag name="KSO_WM_UNIT_USESOURCEFORMAT_APPLY" val="1"/>
</p:tagLst>
</file>

<file path=ppt/tags/tag13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39*124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5_1"/>
  <p:tag name="KSO_WM_UNIT_ID" val="diagram20234390_1*l_h_x*1_5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2"/>
  <p:tag name="KSO_WM_UNIT_FILL_FORE_SCHEMECOLOR_INDEX_BRIGHTNESS" val="0"/>
  <p:tag name="KSO_WM_UNIT_USESOURCEFORMAT_APPLY" val="1"/>
</p:tagLst>
</file>

<file path=ppt/tags/tag13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39*13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4390_1*l_h_x*1_2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2"/>
  <p:tag name="KSO_WM_UNIT_FILL_FORE_SCHEMECOLOR_INDEX_BRIGHTNESS" val="0"/>
  <p:tag name="KSO_WM_UNIT_USESOURCEFORMAT_APPLY" val="1"/>
</p:tagLst>
</file>

<file path=ppt/tags/tag133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VALUE" val="139*11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4_1"/>
  <p:tag name="KSO_WM_UNIT_ID" val="diagram20234390_1*l_h_x*1_4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2"/>
  <p:tag name="KSO_WM_UNIT_FILL_FORE_SCHEMECOLOR_INDEX_BRIGHTNESS" val="0"/>
  <p:tag name="KSO_WM_UNIT_USESOURCEFORMAT_APPLY" val="1"/>
</p:tagLst>
</file>

<file path=ppt/tags/tag13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4390_1*l_h_f*1_1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您的正文请言简意赅的阐述观点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3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4390_1*l_h_f*1_3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您的正文请言简意赅的阐述观点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3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5_1"/>
  <p:tag name="KSO_WM_UNIT_ID" val="diagram20234390_1*l_h_f*1_5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您的正文请言简意赅的阐述观点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3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4390_1*l_h_f*1_2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您的正文请言简意赅的阐述观点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3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4390_1*l_h_f*1_4_1"/>
  <p:tag name="KSO_WM_TEMPLATE_CATEGORY" val="diagram"/>
  <p:tag name="KSO_WM_TEMPLATE_INDEX" val="20234390"/>
  <p:tag name="KSO_WM_UNIT_LAYERLEVEL" val="1_1_1"/>
  <p:tag name="KSO_WM_TAG_VERSION" val="3.0"/>
  <p:tag name="KSO_WM_BEAUTIFY_FLAG" val="#wm#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5"/>
  <p:tag name="KSO_WM_DIAGRAM_MIN_ITEMCNT" val="5"/>
  <p:tag name="KSO_WM_DIAGRAM_VIRTUALLY_FRAME" val="{&quot;height&quot;:372.4388939027144,&quot;left&quot;:72.44795275590548,&quot;top&quot;:107.84307273368222,&quot;width&quot;:815.1041732283463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单击此处输入您的正文请言简意赅的阐述观点"/>
  <p:tag name="KSO_WM_UNIT_TEXT_FILL_FORE_SCHEMECOLOR_INDEX" val="1"/>
  <p:tag name="KSO_WM_UNIT_TEXT_FILL_TYPE" val="1"/>
  <p:tag name="KSO_WM_UNIT_TEXT_TYPE" val="1"/>
  <p:tag name="KSO_WM_UNIT_USESOURCEFORMAT_APPLY" val="1"/>
</p:tagLst>
</file>

<file path=ppt/tags/tag139.xml><?xml version="1.0" encoding="utf-8"?>
<p:tagLst xmlns:p="http://schemas.openxmlformats.org/presentationml/2006/main">
  <p:tag name="KSO_WM_SLIDE_ID" val="diagram20234390_1"/>
  <p:tag name="KSO_WM_TEMPLATE_SUBCATEGORY" val="0"/>
  <p:tag name="KSO_WM_TEMPLATE_MASTER_TYPE" val="0"/>
  <p:tag name="KSO_WM_TEMPLATE_COLOR_TYPE" val="0"/>
  <p:tag name="KSO_WM_SLIDE_ITEM_CNT" val="5"/>
  <p:tag name="KSO_WM_SLIDE_INDEX" val="1"/>
  <p:tag name="KSO_WM_TAG_VERSION" val="3.0"/>
  <p:tag name="KSO_WM_BEAUTIFY_FLAG" val="#wm#"/>
  <p:tag name="KSO_WM_TEMPLATE_CATEGORY" val="diagram"/>
  <p:tag name="KSO_WM_TEMPLATE_INDEX" val="20234390"/>
  <p:tag name="KSO_WM_SLIDE_TYPE" val="text"/>
  <p:tag name="KSO_WM_SLIDE_SUBTYPE" val="diag"/>
  <p:tag name="KSO_WM_SLIDE_SIZE" val="815.104*388.375"/>
  <p:tag name="KSO_WM_SLIDE_POSITION" val="72.448*99.87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3248_1*i*1"/>
  <p:tag name="KSO_WM_TEMPLATE_CATEGORY" val="custom"/>
  <p:tag name="KSO_WM_TEMPLATE_INDEX" val="2023324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4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custom20233248_1*a*1"/>
  <p:tag name="KSO_WM_TEMPLATE_CATEGORY" val="custom"/>
  <p:tag name="KSO_WM_TEMPLATE_INDEX" val="20233248"/>
  <p:tag name="KSO_WM_UNIT_LAYERLEVEL" val="1"/>
  <p:tag name="KSO_WM_TAG_VERSION" val="3.0"/>
  <p:tag name="KSO_WM_BEAUTIFY_FLAG" val="#wm#"/>
  <p:tag name="KSO_WM_UNIT_TEXT_FILL_FORE_SCHEMECOLOR_INDEX" val="14"/>
  <p:tag name="KSO_WM_UNIT_TEXT_FILL_TYPE" val="1"/>
  <p:tag name="KSO_WM_UNIT_USESOURCEFORMAT_APPLY" val="1"/>
  <p:tag name="KSO_WM_UNIT_PRESET_TEXT" val="单击此处添加标题"/>
  <p:tag name="KSO_WM_UNIT_TEXT_TYPE" val="1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1_3"/>
  <p:tag name="KSO_WM_TEMPLATE_CATEGORY" val="diagram"/>
  <p:tag name="KSO_WM_TEMPLATE_INDEX" val="20233247"/>
  <p:tag name="KSO_WM_UNIT_LAYERLEVEL" val="1_1_1"/>
  <p:tag name="KSO_WM_TAG_VERSION" val="3.0"/>
  <p:tag name="KSO_WM_UNIT_TEXT_LAYER_COUNT" val="1"/>
  <p:tag name="KSO_WM_UNIT_NOCLEAR" val="0"/>
  <p:tag name="KSO_WM_UNIT_TYPE" val="l_h_i"/>
  <p:tag name="KSO_WM_UNIT_INDEX" val="1_1_3"/>
  <p:tag name="KSO_WM_DIAGRAM_VERSION" val="3"/>
  <p:tag name="KSO_WM_DIAGRAM_COLOR_TRICK" val="1"/>
  <p:tag name="KSO_WM_DIAGRAM_COLOR_TEXT_CAN_REMOVE" val="n"/>
  <p:tag name="KSO_WM_DIAGRAM_GROUP_CODE" val="l1-1"/>
  <p:tag name="KSO_WM_UNIT_TEXT_TYPE" val="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-2"/>
  <p:tag name="KSO_WM_UNIT_USESOURCEFORMAT_APPLY" val="1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2_3"/>
  <p:tag name="KSO_WM_TEMPLATE_CATEGORY" val="diagram"/>
  <p:tag name="KSO_WM_TEMPLATE_INDEX" val="20233247"/>
  <p:tag name="KSO_WM_UNIT_LAYERLEVEL" val="1_1_1"/>
  <p:tag name="KSO_WM_TAG_VERSION" val="3.0"/>
  <p:tag name="KSO_WM_UNIT_TEXT_LAYER_COUNT" val="1"/>
  <p:tag name="KSO_WM_UNIT_NOCLEAR" val="0"/>
  <p:tag name="KSO_WM_UNIT_TYPE" val="l_h_i"/>
  <p:tag name="KSO_WM_UNIT_INDEX" val="1_2_3"/>
  <p:tag name="KSO_WM_DIAGRAM_VERSION" val="3"/>
  <p:tag name="KSO_WM_DIAGRAM_COLOR_TRICK" val="1"/>
  <p:tag name="KSO_WM_DIAGRAM_COLOR_TEXT_CAN_REMOVE" val="n"/>
  <p:tag name="KSO_WM_DIAGRAM_GROUP_CODE" val="l1-1"/>
  <p:tag name="KSO_WM_UNIT_TEXT_TYPE" val="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-2"/>
  <p:tag name="KSO_WM_UNIT_USESOURCEFORMAT_APPLY" val="1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3_3"/>
  <p:tag name="KSO_WM_TEMPLATE_CATEGORY" val="diagram"/>
  <p:tag name="KSO_WM_TEMPLATE_INDEX" val="20233247"/>
  <p:tag name="KSO_WM_UNIT_LAYERLEVEL" val="1_1_1"/>
  <p:tag name="KSO_WM_TAG_VERSION" val="3.0"/>
  <p:tag name="KSO_WM_UNIT_TEXT_LAYER_COUNT" val="1"/>
  <p:tag name="KSO_WM_UNIT_NOCLEAR" val="0"/>
  <p:tag name="KSO_WM_UNIT_TYPE" val="l_h_i"/>
  <p:tag name="KSO_WM_UNIT_INDEX" val="1_3_3"/>
  <p:tag name="KSO_WM_DIAGRAM_VERSION" val="3"/>
  <p:tag name="KSO_WM_DIAGRAM_COLOR_TRICK" val="1"/>
  <p:tag name="KSO_WM_DIAGRAM_COLOR_TEXT_CAN_REMOVE" val="n"/>
  <p:tag name="KSO_WM_DIAGRAM_GROUP_CODE" val="l1-1"/>
  <p:tag name="KSO_WM_UNIT_TEXT_TYPE" val="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-2"/>
  <p:tag name="KSO_WM_UNIT_USESOURCEFORMAT_APPLY" val="1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4_3"/>
  <p:tag name="KSO_WM_TEMPLATE_CATEGORY" val="diagram"/>
  <p:tag name="KSO_WM_TEMPLATE_INDEX" val="20233247"/>
  <p:tag name="KSO_WM_UNIT_LAYERLEVEL" val="1_1_1"/>
  <p:tag name="KSO_WM_TAG_VERSION" val="3.0"/>
  <p:tag name="KSO_WM_UNIT_TEXT_LAYER_COUNT" val="1"/>
  <p:tag name="KSO_WM_UNIT_NOCLEAR" val="0"/>
  <p:tag name="KSO_WM_UNIT_TYPE" val="l_h_i"/>
  <p:tag name="KSO_WM_UNIT_INDEX" val="1_4_3"/>
  <p:tag name="KSO_WM_DIAGRAM_VERSION" val="3"/>
  <p:tag name="KSO_WM_DIAGRAM_COLOR_TRICK" val="1"/>
  <p:tag name="KSO_WM_DIAGRAM_COLOR_TEXT_CAN_REMOVE" val="n"/>
  <p:tag name="KSO_WM_DIAGRAM_GROUP_CODE" val="l1-1"/>
  <p:tag name="KSO_WM_UNIT_TEXT_TYPE" val="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262626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-2"/>
  <p:tag name="KSO_WM_UNIT_USESOURCEFORMAT_APPLY" val="1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f*1_1_1"/>
  <p:tag name="KSO_WM_TEMPLATE_CATEGORY" val="diagram"/>
  <p:tag name="KSO_WM_TEMPLATE_INDEX" val="20233247"/>
  <p:tag name="KSO_WM_UNIT_LAYERLEVEL" val="1_1_1"/>
  <p:tag name="KSO_WM_TAG_VERSION" val="3.0"/>
  <p:tag name="KSO_WM_UNIT_SUBTYPE" val="a"/>
  <p:tag name="KSO_WM_UNIT_TEXT_LAYER_COUNT" val="1"/>
  <p:tag name="KSO_WM_UNIT_NOCLEAR" val="0"/>
  <p:tag name="KSO_WM_UNIT_TYPE" val="l_h_f"/>
  <p:tag name="KSO_WM_UNIT_INDEX" val="1_1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UNIT_TEXT_TYPE" val="1"/>
  <p:tag name="KSO_WM_DIAGRAM_MAX_ITEMCNT" val="4"/>
  <p:tag name="KSO_WM_DIAGRAM_MIN_ITEMCNT" val="2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添加正文，文字是您思想的提炼，为了最终演示发布的良好效果，请言简意赅的阐述观点。根据需要可酌情增减文字，以便观者准确理解您所传达的信息。文字是您思想的提炼，请言简的阐述观点。"/>
  <p:tag name="KSO_WM_UNIT_LINE_FORE_SCHEMECOLOR_INDEX" val="5"/>
  <p:tag name="KSO_WM_UNIT_TEXT_FILL_FORE_SCHEMECOLOR_INDEX" val="1"/>
  <p:tag name="KSO_WM_UNIT_TEXT_FILL_TYPE" val="1"/>
  <p:tag name="KSO_WM_UNIT_LINE_FILL_TYPE" val="2"/>
  <p:tag name="KSO_WM_UNIT_USESOURCEFORMAT_APPLY" val="1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1_2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1_2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1_1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5"/>
  <p:tag name="KSO_WM_UNIT_LINE_FILL_TYPE" val="2"/>
  <p:tag name="KSO_WM_UNIT_USESOURCEFORMAT_APPLY" val="1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f*1_2_1"/>
  <p:tag name="KSO_WM_TEMPLATE_CATEGORY" val="diagram"/>
  <p:tag name="KSO_WM_TEMPLATE_INDEX" val="20233247"/>
  <p:tag name="KSO_WM_UNIT_LAYERLEVEL" val="1_1_1"/>
  <p:tag name="KSO_WM_TAG_VERSION" val="3.0"/>
  <p:tag name="KSO_WM_UNIT_SUBTYPE" val="a"/>
  <p:tag name="KSO_WM_UNIT_TEXT_LAYER_COUNT" val="1"/>
  <p:tag name="KSO_WM_UNIT_NOCLEAR" val="0"/>
  <p:tag name="KSO_WM_UNIT_TYPE" val="l_h_f"/>
  <p:tag name="KSO_WM_UNIT_INDEX" val="1_2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UNIT_VALUE" val="180"/>
  <p:tag name="KSO_WM_UNIT_TEXT_TYPE" val="1"/>
  <p:tag name="KSO_WM_DIAGRAM_MAX_ITEMCNT" val="4"/>
  <p:tag name="KSO_WM_DIAGRAM_MIN_ITEMCNT" val="2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编辑正文内容，文字是您思想的提炼，为了最终演示发布的良好效果，请言简意赅的阐述观点。根据需要可酌情增减文字，以便观者准确理解您所传达的信息。文字是您思想的提炼，请言简的阐述观点。"/>
  <p:tag name="KSO_WM_UNIT_LINE_FORE_SCHEMECOLOR_INDEX" val="6"/>
  <p:tag name="KSO_WM_UNIT_TEXT_FILL_FORE_SCHEMECOLOR_INDEX" val="1"/>
  <p:tag name="KSO_WM_UNIT_TEXT_FILL_TYPE" val="1"/>
  <p:tag name="KSO_WM_UNIT_LINE_FILL_TYPE" val="2"/>
  <p:tag name="KSO_WM_UNIT_USESOURCEFORMAT_APPLY" val="1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2_2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2_2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6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2_1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6"/>
  <p:tag name="KSO_WM_UNIT_LINE_FILL_TYPE" val="2"/>
  <p:tag name="KSO_WM_UNIT_USESOURCEFORMAT_APPLY" val="1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f*1_3_1"/>
  <p:tag name="KSO_WM_TEMPLATE_CATEGORY" val="diagram"/>
  <p:tag name="KSO_WM_TEMPLATE_INDEX" val="20233247"/>
  <p:tag name="KSO_WM_UNIT_LAYERLEVEL" val="1_1_1"/>
  <p:tag name="KSO_WM_TAG_VERSION" val="3.0"/>
  <p:tag name="KSO_WM_UNIT_SUBTYPE" val="a"/>
  <p:tag name="KSO_WM_UNIT_TEXT_LAYER_COUNT" val="1"/>
  <p:tag name="KSO_WM_UNIT_NOCLEAR" val="0"/>
  <p:tag name="KSO_WM_UNIT_TYPE" val="l_h_f"/>
  <p:tag name="KSO_WM_UNIT_INDEX" val="1_3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UNIT_VALUE" val="180"/>
  <p:tag name="KSO_WM_UNIT_TEXT_TYPE" val="1"/>
  <p:tag name="KSO_WM_DIAGRAM_MAX_ITEMCNT" val="4"/>
  <p:tag name="KSO_WM_DIAGRAM_MIN_ITEMCNT" val="2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添加正文，文字是您思想的提炼，为了最终演示发布的良好效果，请言简意赅的阐述观点。根据需要可酌情增减文字，以便观者准确理解您所传达的信息。文字是您思想的提炼，请言简的阐述观点。"/>
  <p:tag name="KSO_WM_UNIT_LINE_FORE_SCHEMECOLOR_INDEX" val="7"/>
  <p:tag name="KSO_WM_UNIT_TEXT_FILL_FORE_SCHEMECOLOR_INDEX" val="1"/>
  <p:tag name="KSO_WM_UNIT_TEXT_FILL_TYPE" val="1"/>
  <p:tag name="KSO_WM_UNIT_LINE_FILL_TYPE" val="2"/>
  <p:tag name="KSO_WM_UNIT_USESOURCEFORMAT_APPLY" val="1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3_2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3_2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7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3_1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7"/>
  <p:tag name="KSO_WM_UNIT_LINE_FILL_TYPE" val="2"/>
  <p:tag name="KSO_WM_UNIT_USESOURCEFORMAT_APPLY" val="1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f*1_4_1"/>
  <p:tag name="KSO_WM_TEMPLATE_CATEGORY" val="diagram"/>
  <p:tag name="KSO_WM_TEMPLATE_INDEX" val="20233247"/>
  <p:tag name="KSO_WM_UNIT_LAYERLEVEL" val="1_1_1"/>
  <p:tag name="KSO_WM_TAG_VERSION" val="3.0"/>
  <p:tag name="KSO_WM_UNIT_SUBTYPE" val="a"/>
  <p:tag name="KSO_WM_UNIT_TEXT_LAYER_COUNT" val="1"/>
  <p:tag name="KSO_WM_UNIT_NOCLEAR" val="0"/>
  <p:tag name="KSO_WM_UNIT_TYPE" val="l_h_f"/>
  <p:tag name="KSO_WM_UNIT_INDEX" val="1_4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UNIT_VALUE" val="180"/>
  <p:tag name="KSO_WM_UNIT_TEXT_TYPE" val="1"/>
  <p:tag name="KSO_WM_DIAGRAM_MAX_ITEMCNT" val="4"/>
  <p:tag name="KSO_WM_DIAGRAM_MIN_ITEMCNT" val="2"/>
  <p:tag name="KSO_WM_DIAGRAM_COLOR_MATCH_VALUE" val="{&quot;shape&quot;:{&quot;fill&quot;:{&quot;solid&quot;:{&quot;brightness&quot;:0,&quot;colorType&quot;:2,&quot;rgb&quot;:&quot;#ffffff&quot;,&quot;transparency&quot;:0.8500000238418579},&quot;type&quot;:1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PRESET_TEXT" val="单击此处编辑正文内容，文字是您思想的提炼，为了最终演示发布的良好效果，请言简意赅的阐述观点。根据需要可酌情增减文字，以便观者准确理解您所传达的信息。文字是您思想的提炼，请言简的阐述观点。"/>
  <p:tag name="KSO_WM_UNIT_LINE_FORE_SCHEMECOLOR_INDEX" val="8"/>
  <p:tag name="KSO_WM_UNIT_TEXT_FILL_FORE_SCHEMECOLOR_INDEX" val="1"/>
  <p:tag name="KSO_WM_UNIT_TEXT_FILL_TYPE" val="1"/>
  <p:tag name="KSO_WM_UNIT_LINE_FILL_TYPE" val="2"/>
  <p:tag name="KSO_WM_UNIT_USESOURCEFORMAT_APPLY" val="1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4_2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4_2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8"/>
  <p:tag name="KSO_WM_UNIT_LINE_FILL_TYPE" val="2"/>
  <p:tag name="KSO_WM_UNIT_TEXT_FILL_FORE_SCHEMECOLOR_INDEX" val="2"/>
  <p:tag name="KSO_WM_UNIT_TEXT_FILL_TYPE" val="1"/>
  <p:tag name="KSO_WM_UNIT_USESOURCEFORMAT_APPLY" val="1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i*1_4_1"/>
  <p:tag name="KSO_WM_TEMPLATE_CATEGORY" val="diagram"/>
  <p:tag name="KSO_WM_TEMPLATE_INDEX" val="20233247"/>
  <p:tag name="KSO_WM_UNIT_LAYERLEVEL" val="1_1_1"/>
  <p:tag name="KSO_WM_TAG_VERSION" val="3.0"/>
  <p:tag name="KSO_WM_UNIT_TYPE" val="l_h_i"/>
  <p:tag name="KSO_WM_UNIT_INDEX" val="1_4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LINE_FORE_SCHEMECOLOR_INDEX" val="8"/>
  <p:tag name="KSO_WM_UNIT_LINE_FILL_TYPE" val="2"/>
  <p:tag name="KSO_WM_UNIT_USESOURCEFORMAT_APPLY" val="1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x*1_2_1"/>
  <p:tag name="KSO_WM_TEMPLATE_CATEGORY" val="diagram"/>
  <p:tag name="KSO_WM_TEMPLATE_INDEX" val="20233247"/>
  <p:tag name="KSO_WM_UNIT_LAYERLEVEL" val="1_1_1"/>
  <p:tag name="KSO_WM_TAG_VERSION" val="3.0"/>
  <p:tag name="KSO_WM_UNIT_VALUE" val="70*70"/>
  <p:tag name="KSO_WM_UNIT_TYPE" val="l_h_x"/>
  <p:tag name="KSO_WM_UNIT_INDEX" val="1_2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5"/>
  <p:tag name="KSO_WM_UNIT_FILL_FORE_SCHEMECOLOR_INDEX_BRIGHTNESS" val="0"/>
  <p:tag name="KSO_WM_UNIT_USESOURCEFORMAT_APPLY" val="1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x*1_3_1"/>
  <p:tag name="KSO_WM_TEMPLATE_CATEGORY" val="diagram"/>
  <p:tag name="KSO_WM_TEMPLATE_INDEX" val="20233247"/>
  <p:tag name="KSO_WM_UNIT_LAYERLEVEL" val="1_1_1"/>
  <p:tag name="KSO_WM_TAG_VERSION" val="3.0"/>
  <p:tag name="KSO_WM_UNIT_VALUE" val="70*70"/>
  <p:tag name="KSO_WM_UNIT_TYPE" val="l_h_x"/>
  <p:tag name="KSO_WM_UNIT_INDEX" val="1_3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5"/>
  <p:tag name="KSO_WM_UNIT_FILL_FORE_SCHEMECOLOR_INDEX_BRIGHTNESS" val="0"/>
  <p:tag name="KSO_WM_UNIT_USESOURCEFORMAT_APPLY" val="1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x*1_4_1"/>
  <p:tag name="KSO_WM_TEMPLATE_CATEGORY" val="diagram"/>
  <p:tag name="KSO_WM_TEMPLATE_INDEX" val="20233247"/>
  <p:tag name="KSO_WM_UNIT_LAYERLEVEL" val="1_1_1"/>
  <p:tag name="KSO_WM_TAG_VERSION" val="3.0"/>
  <p:tag name="KSO_WM_UNIT_VALUE" val="88*88"/>
  <p:tag name="KSO_WM_UNIT_TYPE" val="l_h_x"/>
  <p:tag name="KSO_WM_UNIT_INDEX" val="1_4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5"/>
  <p:tag name="KSO_WM_UNIT_FILL_FORE_SCHEMECOLOR_INDEX_BRIGHTNESS" val="0"/>
  <p:tag name="KSO_WM_UNIT_USESOURCEFORMAT_APPLY" val="1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3247_3*l_h_x*1_1_1"/>
  <p:tag name="KSO_WM_TEMPLATE_CATEGORY" val="diagram"/>
  <p:tag name="KSO_WM_TEMPLATE_INDEX" val="20233247"/>
  <p:tag name="KSO_WM_UNIT_LAYERLEVEL" val="1_1_1"/>
  <p:tag name="KSO_WM_TAG_VERSION" val="3.0"/>
  <p:tag name="KSO_WM_UNIT_VALUE" val="70*70"/>
  <p:tag name="KSO_WM_UNIT_TYPE" val="l_h_x"/>
  <p:tag name="KSO_WM_UNIT_INDEX" val="1_1_1"/>
  <p:tag name="KSO_WM_DIAGRAM_VERSION" val="3"/>
  <p:tag name="KSO_WM_DIAGRAM_COLOR_TRICK" val="1"/>
  <p:tag name="KSO_WM_DIAGRAM_COLOR_TEXT_CAN_REMOVE" val="n"/>
  <p:tag name="KSO_WM_DIAGRAM_GROUP_CODE" val="l1-1"/>
  <p:tag name="KSO_WM_DIAGRAM_VIRTUALLY_FRAME" val="{&quot;height&quot;:257.25,&quot;left&quot;:43.80000000000001,&quot;top&quot;:165.80622047244094,&quot;width&quot;:634.6875}"/>
  <p:tag name="KSO_WM_DIAGRAM_MAX_ITEMCNT" val="4"/>
  <p:tag name="KSO_WM_DIAGRAM_MIN_ITEMCNT" val="2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UNIT_FILL_TYPE" val="1"/>
  <p:tag name="KSO_WM_UNIT_FILL_FORE_SCHEMECOLOR_INDEX" val="5"/>
  <p:tag name="KSO_WM_UNIT_FILL_FORE_SCHEMECOLOR_INDEX_BRIGHTNESS" val="0"/>
  <p:tag name="KSO_WM_UNIT_USESOURCEFORMAT_APPLY" val="1"/>
</p:tagLst>
</file>

<file path=ppt/tags/tag162.xml><?xml version="1.0" encoding="utf-8"?>
<p:tagLst xmlns:p="http://schemas.openxmlformats.org/presentationml/2006/main">
  <p:tag name="KSO_WM_SLIDE_ID" val="custom20233248_1"/>
  <p:tag name="KSO_WM_TEMPLATE_SUBCATEGORY" val="0"/>
  <p:tag name="KSO_WM_TEMPLATE_MASTER_TYPE" val="0"/>
  <p:tag name="KSO_WM_TEMPLATE_COLOR_TYPE" val="0"/>
  <p:tag name="KSO_WM_SLIDE_ITEM_CNT" val="4"/>
  <p:tag name="KSO_WM_SLIDE_INDEX" val="1"/>
  <p:tag name="KSO_WM_TAG_VERSION" val="3.0"/>
  <p:tag name="KSO_WM_BEAUTIFY_FLAG" val="#wm#"/>
  <p:tag name="KSO_WM_TEMPLATE_CATEGORY" val="custom"/>
  <p:tag name="KSO_WM_TEMPLATE_INDEX" val="20233248"/>
  <p:tag name="KSO_WM_SLIDE_LAYOUT" val="a_l"/>
  <p:tag name="KSO_WM_SLIDE_LAYOUT_CNT" val="1_1"/>
  <p:tag name="KSO_WM_SPECIAL_SOURCE" val="bdnull"/>
  <p:tag name="KSO_WM_SLIDE_TYPE" val="text"/>
  <p:tag name="KSO_WM_SLIDE_SIZE" val="846.25*316.05"/>
  <p:tag name="KSO_WM_SLIDE_POSITION" val="58.4*144.55"/>
  <p:tag name="KSO_WM_ASSIST_SLIDE" val="1"/>
  <p:tag name="KSO_WM_SLIDE_SUBTYPE" val="picTxt"/>
  <p:tag name="KSO_WM_DIAGRAM_GROUP_CODE" val="l1-1"/>
  <p:tag name="KSO_WM_SLIDE_DIAGTYPE" val="l"/>
</p:tagLst>
</file>

<file path=ppt/tags/tag163.xml><?xml version="1.0" encoding="utf-8"?>
<p:tagLst xmlns:p="http://schemas.openxmlformats.org/presentationml/2006/main">
  <p:tag name="KSO_WM_BEAUTIFY_FLAG" val="#wm#"/>
  <p:tag name="KSO_WM_TEMPLATE_CATEGORY" val="diagram"/>
  <p:tag name="KSO_WM_TEMPLATE_INDEX" val="2023438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星球科技风通用模板">
  <a:themeElements>
    <a:clrScheme name="">
      <a:dk1>
        <a:srgbClr val="000000"/>
      </a:dk1>
      <a:lt1>
        <a:srgbClr val="FFFFFF"/>
      </a:lt1>
      <a:dk2>
        <a:srgbClr val="041A42"/>
      </a:dk2>
      <a:lt2>
        <a:srgbClr val="F3F7FE"/>
      </a:lt2>
      <a:accent1>
        <a:srgbClr val="397AF3"/>
      </a:accent1>
      <a:accent2>
        <a:srgbClr val="897CF7"/>
      </a:accent2>
      <a:accent3>
        <a:srgbClr val="B382F8"/>
      </a:accent3>
      <a:accent4>
        <a:srgbClr val="13A6E5"/>
      </a:accent4>
      <a:accent5>
        <a:srgbClr val="24D3BA"/>
      </a:accent5>
      <a:accent6>
        <a:srgbClr val="D476FB"/>
      </a:accent6>
      <a:hlink>
        <a:srgbClr val="0026E5"/>
      </a:hlink>
      <a:folHlink>
        <a:srgbClr val="7E1FAD"/>
      </a:folHlink>
    </a:clrScheme>
    <a:fontScheme name="自定义 61">
      <a:majorFont>
        <a:latin typeface="Arial"/>
        <a:ea typeface="汉仪雅酷黑-65J"/>
        <a:cs typeface=""/>
      </a:majorFont>
      <a:minorFont>
        <a:latin typeface="Arial"/>
        <a:ea typeface="汉仪雅酷黑-65J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</Words>
  <Application>WPS 文字</Application>
  <PresentationFormat>On-screen Show (4:3)</PresentationFormat>
  <Paragraphs>100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7" baseType="lpstr">
      <vt:lpstr>Arial</vt:lpstr>
      <vt:lpstr>宋体</vt:lpstr>
      <vt:lpstr>Wingdings</vt:lpstr>
      <vt:lpstr>Arial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MiSans Normal</vt:lpstr>
      <vt:lpstr>汉仪雅酷黑-65J</vt:lpstr>
      <vt:lpstr>汉仪中黑KW</vt:lpstr>
      <vt:lpstr>+中文正文</vt:lpstr>
      <vt:lpstr>苹方-简</vt:lpstr>
      <vt:lpstr>MiSans</vt:lpstr>
      <vt:lpstr>Office Theme</vt:lpstr>
      <vt:lpstr>星球科技风通用模板</vt:lpstr>
      <vt:lpstr>高速路高清摄像头蓝光检测</vt:lpstr>
      <vt:lpstr>任务理解</vt:lpstr>
      <vt:lpstr>总体方案</vt:lpstr>
      <vt:lpstr>核心算法</vt:lpstr>
      <vt:lpstr>干扰过滤</vt:lpstr>
      <vt:lpstr>代码结构</vt:lpstr>
      <vt:lpstr>结果与结论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Stan</cp:lastModifiedBy>
  <cp:revision>2</cp:revision>
  <dcterms:created xsi:type="dcterms:W3CDTF">2026-05-17T14:12:30Z</dcterms:created>
  <dcterms:modified xsi:type="dcterms:W3CDTF">2026-05-17T14:12:30Z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6D46D3C5BFB2D33CCDCC096A1E39DB40_42</vt:lpwstr>
  </property>
  <property fmtid="{D5CDD505-2E9C-101B-9397-08002B2CF9AE}" pid="3" name="KSOProductBuildVer">
    <vt:lpwstr>2052-7.2.2.8955</vt:lpwstr>
  </property>
</Properties>
</file>
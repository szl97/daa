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66" r:id="rId4"/>
    <p:sldId id="267" r:id="rId5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1" clrIdx="0"/>
  <p:cmAuthor id="2" name="作者" initials="A" lastIdx="0" clrIdx="1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jpe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1177766" y="230029"/>
            <a:ext cx="7966710" cy="4481036"/>
          </a:xfrm>
          <a:prstGeom prst="rect">
            <a:avLst/>
          </a:pr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微软雅黑" charset="-122"/>
            </a:endParaRPr>
          </a:p>
        </p:txBody>
      </p:sp>
      <p:pic>
        <p:nvPicPr>
          <p:cNvPr id="7" name="图片 6" descr="生成蓝色调机械齿轮图片 (2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0" y="-9049"/>
            <a:ext cx="5678329" cy="515207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96" h="10781">
                <a:moveTo>
                  <a:pt x="0" y="0"/>
                </a:moveTo>
                <a:lnTo>
                  <a:pt x="12896" y="0"/>
                </a:lnTo>
                <a:lnTo>
                  <a:pt x="5866" y="10781"/>
                </a:lnTo>
                <a:lnTo>
                  <a:pt x="0" y="1078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5" name="任意多边形: 形状 43"/>
          <p:cNvSpPr/>
          <p:nvPr userDrawn="1">
            <p:custDataLst>
              <p:tags r:id="rId5"/>
            </p:custDataLst>
          </p:nvPr>
        </p:nvSpPr>
        <p:spPr bwMode="auto">
          <a:xfrm>
            <a:off x="2398214" y="1682115"/>
            <a:ext cx="2681469" cy="3461385"/>
          </a:xfrm>
          <a:custGeom>
            <a:avLst/>
            <a:gdLst>
              <a:gd name="T0" fmla="*/ 775 w 3269"/>
              <a:gd name="T1" fmla="*/ 3824 h 3824"/>
              <a:gd name="T2" fmla="*/ 3269 w 3269"/>
              <a:gd name="T3" fmla="*/ 0 h 3824"/>
              <a:gd name="T4" fmla="*/ 2494 w 3269"/>
              <a:gd name="T5" fmla="*/ 0 h 3824"/>
              <a:gd name="T6" fmla="*/ 0 w 3269"/>
              <a:gd name="T7" fmla="*/ 3824 h 3824"/>
              <a:gd name="T8" fmla="*/ 775 w 3269"/>
              <a:gd name="T9" fmla="*/ 3824 h 3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30" h="7268">
                <a:moveTo>
                  <a:pt x="4740" y="0"/>
                </a:moveTo>
                <a:lnTo>
                  <a:pt x="5630" y="0"/>
                </a:lnTo>
                <a:lnTo>
                  <a:pt x="891" y="7268"/>
                </a:lnTo>
                <a:lnTo>
                  <a:pt x="0" y="7268"/>
                </a:lnTo>
                <a:lnTo>
                  <a:pt x="474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>
              <a:cs typeface="微软雅黑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0" y="-9049"/>
            <a:ext cx="9153000" cy="623411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微软雅黑" charset="-122"/>
            </a:endParaRPr>
          </a:p>
        </p:txBody>
      </p:sp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>
            <a:off x="0" y="4519613"/>
            <a:ext cx="9153000" cy="623411"/>
          </a:xfrm>
          <a:prstGeom prst="rect">
            <a:avLst/>
          </a:prstGeom>
          <a:gradFill>
            <a:gsLst>
              <a:gs pos="0">
                <a:schemeClr val="accent1">
                  <a:lumMod val="95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cs typeface="微软雅黑" charset="-122"/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 bwMode="auto">
          <a:xfrm flipH="1" flipV="1">
            <a:off x="8244364" y="3763804"/>
            <a:ext cx="899636" cy="1379696"/>
          </a:xfrm>
          <a:custGeom>
            <a:avLst/>
            <a:gdLst>
              <a:gd name="connsiteX0" fmla="*/ 0 w 2974422"/>
              <a:gd name="connsiteY0" fmla="*/ 4561506 h 4561506"/>
              <a:gd name="connsiteX1" fmla="*/ 0 w 2974422"/>
              <a:gd name="connsiteY1" fmla="*/ 0 h 4561506"/>
              <a:gd name="connsiteX2" fmla="*/ 2974422 w 2974422"/>
              <a:gd name="connsiteY2" fmla="*/ 0 h 456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9" h="2897">
                <a:moveTo>
                  <a:pt x="1091" y="0"/>
                </a:moveTo>
                <a:lnTo>
                  <a:pt x="1889" y="0"/>
                </a:lnTo>
                <a:lnTo>
                  <a:pt x="0" y="2897"/>
                </a:lnTo>
                <a:lnTo>
                  <a:pt x="0" y="1673"/>
                </a:lnTo>
                <a:lnTo>
                  <a:pt x="109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43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pPr lvl="0"/>
            <a:endParaRPr lang="zh-CN" altLang="en-US" sz="1350">
              <a:cs typeface="微软雅黑" charset="-122"/>
            </a:endParaRPr>
          </a:p>
        </p:txBody>
      </p:sp>
      <p:sp>
        <p:nvSpPr>
          <p:cNvPr id="8" name="任意多边形: 形状 43"/>
          <p:cNvSpPr/>
          <p:nvPr userDrawn="1">
            <p:custDataLst>
              <p:tags r:id="rId9"/>
            </p:custDataLst>
          </p:nvPr>
        </p:nvSpPr>
        <p:spPr bwMode="auto">
          <a:xfrm>
            <a:off x="5321141" y="230029"/>
            <a:ext cx="982928" cy="740569"/>
          </a:xfrm>
          <a:custGeom>
            <a:avLst/>
            <a:gdLst>
              <a:gd name="T0" fmla="*/ 775 w 3269"/>
              <a:gd name="T1" fmla="*/ 3824 h 3824"/>
              <a:gd name="T2" fmla="*/ 3269 w 3269"/>
              <a:gd name="T3" fmla="*/ 0 h 3824"/>
              <a:gd name="T4" fmla="*/ 2494 w 3269"/>
              <a:gd name="T5" fmla="*/ 0 h 3824"/>
              <a:gd name="T6" fmla="*/ 0 w 3269"/>
              <a:gd name="T7" fmla="*/ 3824 h 3824"/>
              <a:gd name="T8" fmla="*/ 775 w 3269"/>
              <a:gd name="T9" fmla="*/ 3824 h 3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4" h="1555">
                <a:moveTo>
                  <a:pt x="1014" y="0"/>
                </a:moveTo>
                <a:lnTo>
                  <a:pt x="2064" y="0"/>
                </a:lnTo>
                <a:lnTo>
                  <a:pt x="1050" y="1555"/>
                </a:lnTo>
                <a:lnTo>
                  <a:pt x="0" y="1555"/>
                </a:lnTo>
                <a:lnTo>
                  <a:pt x="101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61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>
              <a:cs typeface="微软雅黑" charset="-122"/>
            </a:endParaRPr>
          </a:p>
        </p:txBody>
      </p:sp>
      <p:sp>
        <p:nvSpPr>
          <p:cNvPr id="9" name="任意多边形: 形状 7"/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706279" cy="1083263"/>
          </a:xfrm>
          <a:custGeom>
            <a:avLst/>
            <a:gdLst>
              <a:gd name="connsiteX0" fmla="*/ 0 w 1288621"/>
              <a:gd name="connsiteY0" fmla="*/ 0 h 1975816"/>
              <a:gd name="connsiteX1" fmla="*/ 1288621 w 1288621"/>
              <a:gd name="connsiteY1" fmla="*/ 0 h 1975816"/>
              <a:gd name="connsiteX2" fmla="*/ 0 w 1288621"/>
              <a:gd name="connsiteY2" fmla="*/ 1975816 h 197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3" h="2275">
                <a:moveTo>
                  <a:pt x="0" y="0"/>
                </a:moveTo>
                <a:lnTo>
                  <a:pt x="1483" y="0"/>
                </a:lnTo>
                <a:lnTo>
                  <a:pt x="0" y="2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cs typeface="微软雅黑" charset="-122"/>
              <a:sym typeface="+mn-ea"/>
            </a:endParaRPr>
          </a:p>
        </p:txBody>
      </p:sp>
      <p:sp>
        <p:nvSpPr>
          <p:cNvPr id="21" name="任意多边形: 形状 43"/>
          <p:cNvSpPr/>
          <p:nvPr userDrawn="1">
            <p:custDataLst>
              <p:tags r:id="rId11"/>
            </p:custDataLst>
          </p:nvPr>
        </p:nvSpPr>
        <p:spPr bwMode="auto">
          <a:xfrm>
            <a:off x="0" y="0"/>
            <a:ext cx="854869" cy="1310355"/>
          </a:xfrm>
          <a:custGeom>
            <a:avLst/>
            <a:gdLst>
              <a:gd name="T0" fmla="*/ 775 w 3269"/>
              <a:gd name="T1" fmla="*/ 3824 h 3824"/>
              <a:gd name="T2" fmla="*/ 3269 w 3269"/>
              <a:gd name="T3" fmla="*/ 0 h 3824"/>
              <a:gd name="T4" fmla="*/ 2494 w 3269"/>
              <a:gd name="T5" fmla="*/ 0 h 3824"/>
              <a:gd name="T6" fmla="*/ 0 w 3269"/>
              <a:gd name="T7" fmla="*/ 3824 h 3824"/>
              <a:gd name="T8" fmla="*/ 775 w 3269"/>
              <a:gd name="T9" fmla="*/ 3824 h 3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5" h="2751">
                <a:moveTo>
                  <a:pt x="1580" y="0"/>
                </a:moveTo>
                <a:lnTo>
                  <a:pt x="1795" y="0"/>
                </a:lnTo>
                <a:lnTo>
                  <a:pt x="0" y="2751"/>
                </a:lnTo>
                <a:lnTo>
                  <a:pt x="0" y="2422"/>
                </a:lnTo>
                <a:lnTo>
                  <a:pt x="15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>
              <a:cs typeface="微软雅黑" charset="-122"/>
            </a:endParaRPr>
          </a:p>
        </p:txBody>
      </p:sp>
      <p:sp>
        <p:nvSpPr>
          <p:cNvPr id="11" name="任意多边形: 形状 12"/>
          <p:cNvSpPr/>
          <p:nvPr userDrawn="1">
            <p:custDataLst>
              <p:tags r:id="rId12"/>
            </p:custDataLst>
          </p:nvPr>
        </p:nvSpPr>
        <p:spPr bwMode="auto">
          <a:xfrm flipH="1" flipV="1">
            <a:off x="5940542" y="230029"/>
            <a:ext cx="3203459" cy="4913471"/>
          </a:xfrm>
          <a:custGeom>
            <a:avLst/>
            <a:gdLst>
              <a:gd name="connsiteX0" fmla="*/ 0 w 2974422"/>
              <a:gd name="connsiteY0" fmla="*/ 4561506 h 4561506"/>
              <a:gd name="connsiteX1" fmla="*/ 0 w 2974422"/>
              <a:gd name="connsiteY1" fmla="*/ 0 h 4561506"/>
              <a:gd name="connsiteX2" fmla="*/ 2974422 w 2974422"/>
              <a:gd name="connsiteY2" fmla="*/ 0 h 456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26" h="10317">
                <a:moveTo>
                  <a:pt x="2821" y="0"/>
                </a:moveTo>
                <a:lnTo>
                  <a:pt x="6726" y="0"/>
                </a:lnTo>
                <a:lnTo>
                  <a:pt x="0" y="10317"/>
                </a:lnTo>
                <a:lnTo>
                  <a:pt x="0" y="4326"/>
                </a:lnTo>
                <a:lnTo>
                  <a:pt x="282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19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pPr lvl="0"/>
            <a:endParaRPr lang="zh-CN" altLang="en-US" sz="1350">
              <a:cs typeface="微软雅黑" charset="-122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3"/>
            </p:custDataLst>
          </p:nvPr>
        </p:nvSpPr>
        <p:spPr bwMode="auto">
          <a:xfrm>
            <a:off x="2461260" y="3529489"/>
            <a:ext cx="918686" cy="1226344"/>
          </a:xfrm>
          <a:custGeom>
            <a:avLst/>
            <a:gdLst>
              <a:gd name="T0" fmla="*/ 775 w 3269"/>
              <a:gd name="T1" fmla="*/ 3824 h 3824"/>
              <a:gd name="T2" fmla="*/ 3269 w 3269"/>
              <a:gd name="T3" fmla="*/ 0 h 3824"/>
              <a:gd name="T4" fmla="*/ 2494 w 3269"/>
              <a:gd name="T5" fmla="*/ 0 h 3824"/>
              <a:gd name="T6" fmla="*/ 0 w 3269"/>
              <a:gd name="T7" fmla="*/ 3824 h 3824"/>
              <a:gd name="T8" fmla="*/ 775 w 3269"/>
              <a:gd name="T9" fmla="*/ 3824 h 3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09" h="10819">
                <a:moveTo>
                  <a:pt x="7056" y="0"/>
                </a:moveTo>
                <a:lnTo>
                  <a:pt x="8109" y="0"/>
                </a:lnTo>
                <a:lnTo>
                  <a:pt x="1053" y="10819"/>
                </a:lnTo>
                <a:lnTo>
                  <a:pt x="0" y="10819"/>
                </a:lnTo>
                <a:lnTo>
                  <a:pt x="705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>
              <a:cs typeface="微软雅黑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4772025" y="890588"/>
            <a:ext cx="3943350" cy="1944529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45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4772025" y="3128486"/>
            <a:ext cx="3943350" cy="729139"/>
          </a:xfrm>
        </p:spPr>
        <p:txBody>
          <a:bodyPr wrap="square" anchor="t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theme" Target="../theme/theme2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9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9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9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9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-1905"/>
            <a:ext cx="9144000" cy="185261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>
            <a:off x="0" y="4902994"/>
            <a:ext cx="9144000" cy="24050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charset="-122"/>
              <a:cs typeface="微软雅黑" charset="-122"/>
            </a:endParaRPr>
          </a:p>
        </p:txBody>
      </p:sp>
      <p:sp>
        <p:nvSpPr>
          <p:cNvPr id="14" name="任意多边形: 形状 8"/>
          <p:cNvSpPr/>
          <p:nvPr userDrawn="1">
            <p:custDataLst>
              <p:tags r:id="rId4"/>
            </p:custDataLst>
          </p:nvPr>
        </p:nvSpPr>
        <p:spPr bwMode="auto">
          <a:xfrm>
            <a:off x="8526304" y="-5715"/>
            <a:ext cx="316706" cy="370999"/>
          </a:xfrm>
          <a:custGeom>
            <a:avLst/>
            <a:gdLst>
              <a:gd name="T0" fmla="*/ 775 w 3269"/>
              <a:gd name="T1" fmla="*/ 3824 h 3824"/>
              <a:gd name="T2" fmla="*/ 3269 w 3269"/>
              <a:gd name="T3" fmla="*/ 0 h 3824"/>
              <a:gd name="T4" fmla="*/ 2494 w 3269"/>
              <a:gd name="T5" fmla="*/ 0 h 3824"/>
              <a:gd name="T6" fmla="*/ 0 w 3269"/>
              <a:gd name="T7" fmla="*/ 3824 h 3824"/>
              <a:gd name="T8" fmla="*/ 775 w 3269"/>
              <a:gd name="T9" fmla="*/ 3824 h 3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9" h="3824">
                <a:moveTo>
                  <a:pt x="775" y="3824"/>
                </a:moveTo>
                <a:lnTo>
                  <a:pt x="3269" y="0"/>
                </a:lnTo>
                <a:lnTo>
                  <a:pt x="2494" y="0"/>
                </a:lnTo>
                <a:lnTo>
                  <a:pt x="0" y="3824"/>
                </a:lnTo>
                <a:lnTo>
                  <a:pt x="775" y="382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latin typeface="微软雅黑" charset="-122"/>
              <a:cs typeface="微软雅黑" charset="-122"/>
            </a:endParaRPr>
          </a:p>
        </p:txBody>
      </p:sp>
      <p:sp>
        <p:nvSpPr>
          <p:cNvPr id="15" name="任意多边形: 形状 10"/>
          <p:cNvSpPr/>
          <p:nvPr userDrawn="1">
            <p:custDataLst>
              <p:tags r:id="rId5"/>
            </p:custDataLst>
          </p:nvPr>
        </p:nvSpPr>
        <p:spPr bwMode="auto">
          <a:xfrm flipH="1" flipV="1">
            <a:off x="8526304" y="0"/>
            <a:ext cx="617696" cy="704374"/>
          </a:xfrm>
          <a:custGeom>
            <a:avLst/>
            <a:gdLst>
              <a:gd name="T0" fmla="*/ 0 w 1151"/>
              <a:gd name="T1" fmla="*/ 576 h 1312"/>
              <a:gd name="T2" fmla="*/ 0 w 1151"/>
              <a:gd name="T3" fmla="*/ 1312 h 1312"/>
              <a:gd name="T4" fmla="*/ 296 w 1151"/>
              <a:gd name="T5" fmla="*/ 1312 h 1312"/>
              <a:gd name="T6" fmla="*/ 1151 w 1151"/>
              <a:gd name="T7" fmla="*/ 0 h 1312"/>
              <a:gd name="T8" fmla="*/ 376 w 1151"/>
              <a:gd name="T9" fmla="*/ 0 h 1312"/>
              <a:gd name="T10" fmla="*/ 0 w 1151"/>
              <a:gd name="T11" fmla="*/ 576 h 1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51" h="1312">
                <a:moveTo>
                  <a:pt x="0" y="576"/>
                </a:moveTo>
                <a:lnTo>
                  <a:pt x="0" y="1312"/>
                </a:lnTo>
                <a:lnTo>
                  <a:pt x="296" y="1312"/>
                </a:lnTo>
                <a:lnTo>
                  <a:pt x="1151" y="0"/>
                </a:lnTo>
                <a:lnTo>
                  <a:pt x="376" y="0"/>
                </a:lnTo>
                <a:lnTo>
                  <a:pt x="0" y="57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lvl="0"/>
            <a:endParaRPr lang="zh-CN" altLang="en-US" sz="1350">
              <a:latin typeface="微软雅黑" charset="-122"/>
              <a:cs typeface="微软雅黑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charset="-122"/>
                <a:cs typeface="微软雅黑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charset="-122"/>
                <a:cs typeface="微软雅黑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charset="-122"/>
                <a:cs typeface="微软雅黑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微软雅黑" charset="-122"/>
          <a:ea typeface="+mj-ea"/>
          <a:cs typeface="微软雅黑" charset="-122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charset="-122"/>
          <a:ea typeface="+mn-ea"/>
          <a:cs typeface="微软雅黑" charset="-122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微软雅黑" charset="-122"/>
          <a:ea typeface="+mn-ea"/>
          <a:cs typeface="微软雅黑" charset="-122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微软雅黑" charset="-122"/>
          <a:ea typeface="+mn-ea"/>
          <a:cs typeface="微软雅黑" charset="-122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微软雅黑" charset="-122"/>
          <a:ea typeface="+mn-ea"/>
          <a:cs typeface="微软雅黑" charset="-122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050" kern="1200">
          <a:solidFill>
            <a:schemeClr val="tx1"/>
          </a:solidFill>
          <a:latin typeface="微软雅黑" charset="-122"/>
          <a:ea typeface="+mn-ea"/>
          <a:cs typeface="微软雅黑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6" Type="http://schemas.openxmlformats.org/officeDocument/2006/relationships/notesSlide" Target="../notesSlides/notesSlide2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63.xml"/><Relationship Id="rId33" Type="http://schemas.openxmlformats.org/officeDocument/2006/relationships/tags" Target="../tags/tag62.xml"/><Relationship Id="rId32" Type="http://schemas.openxmlformats.org/officeDocument/2006/relationships/tags" Target="../tags/tag61.xml"/><Relationship Id="rId31" Type="http://schemas.openxmlformats.org/officeDocument/2006/relationships/tags" Target="../tags/tag60.xml"/><Relationship Id="rId30" Type="http://schemas.openxmlformats.org/officeDocument/2006/relationships/tags" Target="../tags/tag59.xml"/><Relationship Id="rId3" Type="http://schemas.openxmlformats.org/officeDocument/2006/relationships/tags" Target="../tags/tag42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image" Target="../media/image11.svg"/><Relationship Id="rId22" Type="http://schemas.openxmlformats.org/officeDocument/2006/relationships/image" Target="../media/image10.png"/><Relationship Id="rId21" Type="http://schemas.openxmlformats.org/officeDocument/2006/relationships/tags" Target="../tags/tag52.xml"/><Relationship Id="rId20" Type="http://schemas.openxmlformats.org/officeDocument/2006/relationships/image" Target="../media/image9.svg"/><Relationship Id="rId2" Type="http://schemas.openxmlformats.org/officeDocument/2006/relationships/tags" Target="../tags/tag41.xml"/><Relationship Id="rId19" Type="http://schemas.openxmlformats.org/officeDocument/2006/relationships/image" Target="../media/image8.png"/><Relationship Id="rId18" Type="http://schemas.openxmlformats.org/officeDocument/2006/relationships/tags" Target="../tags/tag51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tags" Target="../tags/tag50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tags" Target="../tags/tag49.xml"/><Relationship Id="rId11" Type="http://schemas.openxmlformats.org/officeDocument/2006/relationships/image" Target="../media/image3.svg"/><Relationship Id="rId10" Type="http://schemas.openxmlformats.org/officeDocument/2006/relationships/image" Target="../media/image2.png"/><Relationship Id="rId1" Type="http://schemas.openxmlformats.org/officeDocument/2006/relationships/tags" Target="../tags/tag4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9" Type="http://schemas.openxmlformats.org/officeDocument/2006/relationships/tags" Target="../tags/tag80.xml"/><Relationship Id="rId18" Type="http://schemas.openxmlformats.org/officeDocument/2006/relationships/image" Target="../media/image13.svg"/><Relationship Id="rId17" Type="http://schemas.openxmlformats.org/officeDocument/2006/relationships/image" Target="../media/image12.png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4" Type="http://schemas.openxmlformats.org/officeDocument/2006/relationships/notesSlide" Target="../notesSlides/notesSlide4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112.xml"/><Relationship Id="rId41" Type="http://schemas.openxmlformats.org/officeDocument/2006/relationships/tags" Target="../tags/tag111.xml"/><Relationship Id="rId40" Type="http://schemas.openxmlformats.org/officeDocument/2006/relationships/image" Target="../media/image23.svg"/><Relationship Id="rId4" Type="http://schemas.openxmlformats.org/officeDocument/2006/relationships/tags" Target="../tags/tag84.xml"/><Relationship Id="rId39" Type="http://schemas.openxmlformats.org/officeDocument/2006/relationships/image" Target="../media/image22.png"/><Relationship Id="rId38" Type="http://schemas.openxmlformats.org/officeDocument/2006/relationships/tags" Target="../tags/tag110.xml"/><Relationship Id="rId37" Type="http://schemas.openxmlformats.org/officeDocument/2006/relationships/image" Target="../media/image21.svg"/><Relationship Id="rId36" Type="http://schemas.openxmlformats.org/officeDocument/2006/relationships/image" Target="../media/image20.png"/><Relationship Id="rId35" Type="http://schemas.openxmlformats.org/officeDocument/2006/relationships/tags" Target="../tags/tag109.xml"/><Relationship Id="rId34" Type="http://schemas.openxmlformats.org/officeDocument/2006/relationships/image" Target="../media/image19.svg"/><Relationship Id="rId33" Type="http://schemas.openxmlformats.org/officeDocument/2006/relationships/image" Target="../media/image18.png"/><Relationship Id="rId32" Type="http://schemas.openxmlformats.org/officeDocument/2006/relationships/tags" Target="../tags/tag108.xml"/><Relationship Id="rId31" Type="http://schemas.openxmlformats.org/officeDocument/2006/relationships/image" Target="../media/image17.svg"/><Relationship Id="rId30" Type="http://schemas.openxmlformats.org/officeDocument/2006/relationships/image" Target="../media/image16.png"/><Relationship Id="rId3" Type="http://schemas.openxmlformats.org/officeDocument/2006/relationships/tags" Target="../tags/tag83.xml"/><Relationship Id="rId29" Type="http://schemas.openxmlformats.org/officeDocument/2006/relationships/tags" Target="../tags/tag107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2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183.xml"/><Relationship Id="rId27" Type="http://schemas.openxmlformats.org/officeDocument/2006/relationships/tags" Target="../tags/tag182.xml"/><Relationship Id="rId26" Type="http://schemas.openxmlformats.org/officeDocument/2006/relationships/tags" Target="../tags/tag181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02.xml"/><Relationship Id="rId20" Type="http://schemas.openxmlformats.org/officeDocument/2006/relationships/image" Target="../media/image25.svg"/><Relationship Id="rId2" Type="http://schemas.openxmlformats.org/officeDocument/2006/relationships/tags" Target="../tags/tag185.xml"/><Relationship Id="rId19" Type="http://schemas.openxmlformats.org/officeDocument/2006/relationships/image" Target="../media/image24.png"/><Relationship Id="rId18" Type="http://schemas.openxmlformats.org/officeDocument/2006/relationships/tags" Target="../tags/tag201.xml"/><Relationship Id="rId17" Type="http://schemas.openxmlformats.org/officeDocument/2006/relationships/tags" Target="../tags/tag200.xml"/><Relationship Id="rId16" Type="http://schemas.openxmlformats.org/officeDocument/2006/relationships/tags" Target="../tags/tag199.xml"/><Relationship Id="rId15" Type="http://schemas.openxmlformats.org/officeDocument/2006/relationships/tags" Target="../tags/tag198.xml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/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ct val="20000"/>
              </a:spcBef>
              <a:buFont typeface="Arial" panose="020B0604020202090204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/>
              <a:t>高速路高清摄像头蓝光检测</a:t>
            </a:r>
            <a:endParaRPr lang="zh-CN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>
                <a:sym typeface="+mn-ea"/>
              </a:rPr>
              <a:t>问题理解与算法实现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题目背景</a:t>
            </a:r>
            <a:endParaRPr lang="zh-CN" altLang="en-US"/>
          </a:p>
        </p:txBody>
      </p:sp>
      <p:sp>
        <p:nvSpPr>
          <p:cNvPr id="2" name="圆角矩形 43"/>
          <p:cNvSpPr/>
          <p:nvPr>
            <p:custDataLst>
              <p:tags r:id="rId2"/>
            </p:custDataLst>
          </p:nvPr>
        </p:nvSpPr>
        <p:spPr>
          <a:xfrm>
            <a:off x="521970" y="1089452"/>
            <a:ext cx="8100536" cy="802100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9138" tIns="0" rIns="134778" bIns="27146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高速卡口、龙门架、隧道等场景会采集车辆图像或视频帧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椭圆 44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65362" y="1326653"/>
            <a:ext cx="327698" cy="327698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1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7" name="圆角矩形 46"/>
          <p:cNvSpPr/>
          <p:nvPr>
            <p:custDataLst>
              <p:tags r:id="rId4"/>
            </p:custDataLst>
          </p:nvPr>
        </p:nvSpPr>
        <p:spPr>
          <a:xfrm>
            <a:off x="521970" y="1998245"/>
            <a:ext cx="8100536" cy="802100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2">
                    <a:alpha val="7000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9138" tIns="0" rIns="134778" bIns="27146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夜间、逆光、雨雾条件下，车辆灯光和反光更明显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8" name="椭圆 4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65362" y="2235445"/>
            <a:ext cx="327698" cy="327698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2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6"/>
            </p:custDataLst>
          </p:nvPr>
        </p:nvSpPr>
        <p:spPr>
          <a:xfrm>
            <a:off x="521970" y="2907036"/>
            <a:ext cx="8100536" cy="802100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3">
                    <a:alpha val="70000"/>
                  </a:schemeClr>
                </a:gs>
                <a:gs pos="100000">
                  <a:schemeClr val="accent3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9138" tIns="0" rIns="134778" bIns="27146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画面中同时存在车灯蓝光、车身反光蓝光、号牌补光蓝光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2" name="椭圆 5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765362" y="3144237"/>
            <a:ext cx="327698" cy="327698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3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54" name="圆角矩形 53"/>
          <p:cNvSpPr/>
          <p:nvPr>
            <p:custDataLst>
              <p:tags r:id="rId8"/>
            </p:custDataLst>
          </p:nvPr>
        </p:nvSpPr>
        <p:spPr>
          <a:xfrm>
            <a:off x="521970" y="3815828"/>
            <a:ext cx="8100536" cy="802100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9138" tIns="0" rIns="134778" bIns="27146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路牌、路灯、屏幕、地面反射也会形成虚假蓝光干扰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5" name="椭圆 5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65362" y="4053029"/>
            <a:ext cx="327698" cy="327698"/>
          </a:xfrm>
          <a:prstGeom prst="ellipse">
            <a:avLst/>
          </a:pr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4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核心任务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任意多边形: 形状 30"/>
          <p:cNvSpPr/>
          <p:nvPr>
            <p:custDataLst>
              <p:tags r:id="rId2"/>
            </p:custDataLst>
          </p:nvPr>
        </p:nvSpPr>
        <p:spPr>
          <a:xfrm>
            <a:off x="529114" y="1480994"/>
            <a:ext cx="1948815" cy="1750695"/>
          </a:xfrm>
          <a:custGeom>
            <a:avLst/>
            <a:gdLst>
              <a:gd name="connsiteX0" fmla="*/ 646744 w 2493990"/>
              <a:gd name="connsiteY0" fmla="*/ 0 h 2240387"/>
              <a:gd name="connsiteX1" fmla="*/ 1940233 w 2493990"/>
              <a:gd name="connsiteY1" fmla="*/ 0 h 2240387"/>
              <a:gd name="connsiteX2" fmla="*/ 2493990 w 2493990"/>
              <a:gd name="connsiteY2" fmla="*/ 959135 h 2240387"/>
              <a:gd name="connsiteX3" fmla="*/ 2493990 w 2493990"/>
              <a:gd name="connsiteY3" fmla="*/ 1287748 h 2240387"/>
              <a:gd name="connsiteX4" fmla="*/ 2483516 w 2493990"/>
              <a:gd name="connsiteY4" fmla="*/ 1305700 h 2240387"/>
              <a:gd name="connsiteX5" fmla="*/ 1940233 w 2493990"/>
              <a:gd name="connsiteY5" fmla="*/ 2240387 h 2240387"/>
              <a:gd name="connsiteX6" fmla="*/ 646744 w 2493990"/>
              <a:gd name="connsiteY6" fmla="*/ 2240387 h 2240387"/>
              <a:gd name="connsiteX7" fmla="*/ 0 w 2493990"/>
              <a:gd name="connsiteY7" fmla="*/ 1120194 h 2240387"/>
              <a:gd name="connsiteX0-1" fmla="*/ 646744 w 2493990"/>
              <a:gd name="connsiteY0-2" fmla="*/ 0 h 2240387"/>
              <a:gd name="connsiteX1-3" fmla="*/ 1940233 w 2493990"/>
              <a:gd name="connsiteY1-4" fmla="*/ 0 h 2240387"/>
              <a:gd name="connsiteX2-5" fmla="*/ 2493990 w 2493990"/>
              <a:gd name="connsiteY2-6" fmla="*/ 959135 h 2240387"/>
              <a:gd name="connsiteX3-7" fmla="*/ 2493384 w 2493990"/>
              <a:gd name="connsiteY3-8" fmla="*/ 1135566 h 2240387"/>
              <a:gd name="connsiteX4-9" fmla="*/ 2493990 w 2493990"/>
              <a:gd name="connsiteY4-10" fmla="*/ 1287748 h 2240387"/>
              <a:gd name="connsiteX5-11" fmla="*/ 2483516 w 2493990"/>
              <a:gd name="connsiteY5-12" fmla="*/ 1305700 h 2240387"/>
              <a:gd name="connsiteX6-13" fmla="*/ 1940233 w 2493990"/>
              <a:gd name="connsiteY6-14" fmla="*/ 2240387 h 2240387"/>
              <a:gd name="connsiteX7-15" fmla="*/ 646744 w 2493990"/>
              <a:gd name="connsiteY7-16" fmla="*/ 2240387 h 2240387"/>
              <a:gd name="connsiteX8" fmla="*/ 0 w 2493990"/>
              <a:gd name="connsiteY8" fmla="*/ 1120194 h 2240387"/>
              <a:gd name="connsiteX9" fmla="*/ 646744 w 2493990"/>
              <a:gd name="connsiteY9" fmla="*/ 0 h 2240387"/>
              <a:gd name="connsiteX0-17" fmla="*/ 646744 w 2493990"/>
              <a:gd name="connsiteY0-18" fmla="*/ 0 h 2240387"/>
              <a:gd name="connsiteX1-19" fmla="*/ 1940233 w 2493990"/>
              <a:gd name="connsiteY1-20" fmla="*/ 0 h 2240387"/>
              <a:gd name="connsiteX2-21" fmla="*/ 2493990 w 2493990"/>
              <a:gd name="connsiteY2-22" fmla="*/ 959135 h 2240387"/>
              <a:gd name="connsiteX3-23" fmla="*/ 2493384 w 2493990"/>
              <a:gd name="connsiteY3-24" fmla="*/ 1135566 h 2240387"/>
              <a:gd name="connsiteX4-25" fmla="*/ 2493990 w 2493990"/>
              <a:gd name="connsiteY4-26" fmla="*/ 1287748 h 2240387"/>
              <a:gd name="connsiteX5-27" fmla="*/ 2483516 w 2493990"/>
              <a:gd name="connsiteY5-28" fmla="*/ 1305700 h 2240387"/>
              <a:gd name="connsiteX6-29" fmla="*/ 1940233 w 2493990"/>
              <a:gd name="connsiteY6-30" fmla="*/ 2240387 h 2240387"/>
              <a:gd name="connsiteX7-31" fmla="*/ 646744 w 2493990"/>
              <a:gd name="connsiteY7-32" fmla="*/ 2240387 h 2240387"/>
              <a:gd name="connsiteX8-33" fmla="*/ 0 w 2493990"/>
              <a:gd name="connsiteY8-34" fmla="*/ 1120194 h 2240387"/>
              <a:gd name="connsiteX9-35" fmla="*/ 646744 w 2493990"/>
              <a:gd name="connsiteY9-36" fmla="*/ 0 h 2240387"/>
              <a:gd name="connsiteX0-37" fmla="*/ 2493384 w 2584824"/>
              <a:gd name="connsiteY0-38" fmla="*/ 1135566 h 2240387"/>
              <a:gd name="connsiteX1-39" fmla="*/ 2493990 w 2584824"/>
              <a:gd name="connsiteY1-40" fmla="*/ 1287748 h 2240387"/>
              <a:gd name="connsiteX2-41" fmla="*/ 2483516 w 2584824"/>
              <a:gd name="connsiteY2-42" fmla="*/ 1305700 h 2240387"/>
              <a:gd name="connsiteX3-43" fmla="*/ 1940233 w 2584824"/>
              <a:gd name="connsiteY3-44" fmla="*/ 2240387 h 2240387"/>
              <a:gd name="connsiteX4-45" fmla="*/ 646744 w 2584824"/>
              <a:gd name="connsiteY4-46" fmla="*/ 2240387 h 2240387"/>
              <a:gd name="connsiteX5-47" fmla="*/ 0 w 2584824"/>
              <a:gd name="connsiteY5-48" fmla="*/ 1120194 h 2240387"/>
              <a:gd name="connsiteX6-49" fmla="*/ 646744 w 2584824"/>
              <a:gd name="connsiteY6-50" fmla="*/ 0 h 2240387"/>
              <a:gd name="connsiteX7-51" fmla="*/ 1940233 w 2584824"/>
              <a:gd name="connsiteY7-52" fmla="*/ 0 h 2240387"/>
              <a:gd name="connsiteX8-53" fmla="*/ 2493990 w 2584824"/>
              <a:gd name="connsiteY8-54" fmla="*/ 959135 h 2240387"/>
              <a:gd name="connsiteX9-55" fmla="*/ 2584824 w 2584824"/>
              <a:gd name="connsiteY9-56" fmla="*/ 1227006 h 2240387"/>
              <a:gd name="connsiteX0-57" fmla="*/ 2493384 w 2493990"/>
              <a:gd name="connsiteY0-58" fmla="*/ 1135566 h 2240387"/>
              <a:gd name="connsiteX1-59" fmla="*/ 2493990 w 2493990"/>
              <a:gd name="connsiteY1-60" fmla="*/ 1287748 h 2240387"/>
              <a:gd name="connsiteX2-61" fmla="*/ 2483516 w 2493990"/>
              <a:gd name="connsiteY2-62" fmla="*/ 1305700 h 2240387"/>
              <a:gd name="connsiteX3-63" fmla="*/ 1940233 w 2493990"/>
              <a:gd name="connsiteY3-64" fmla="*/ 2240387 h 2240387"/>
              <a:gd name="connsiteX4-65" fmla="*/ 646744 w 2493990"/>
              <a:gd name="connsiteY4-66" fmla="*/ 2240387 h 2240387"/>
              <a:gd name="connsiteX5-67" fmla="*/ 0 w 2493990"/>
              <a:gd name="connsiteY5-68" fmla="*/ 1120194 h 2240387"/>
              <a:gd name="connsiteX6-69" fmla="*/ 646744 w 2493990"/>
              <a:gd name="connsiteY6-70" fmla="*/ 0 h 2240387"/>
              <a:gd name="connsiteX7-71" fmla="*/ 1940233 w 2493990"/>
              <a:gd name="connsiteY7-72" fmla="*/ 0 h 2240387"/>
              <a:gd name="connsiteX8-73" fmla="*/ 2493990 w 2493990"/>
              <a:gd name="connsiteY8-74" fmla="*/ 959135 h 2240387"/>
              <a:gd name="connsiteX0-75" fmla="*/ 2493990 w 2493990"/>
              <a:gd name="connsiteY0-76" fmla="*/ 1287748 h 2240387"/>
              <a:gd name="connsiteX1-77" fmla="*/ 2483516 w 2493990"/>
              <a:gd name="connsiteY1-78" fmla="*/ 1305700 h 2240387"/>
              <a:gd name="connsiteX2-79" fmla="*/ 1940233 w 2493990"/>
              <a:gd name="connsiteY2-80" fmla="*/ 2240387 h 2240387"/>
              <a:gd name="connsiteX3-81" fmla="*/ 646744 w 2493990"/>
              <a:gd name="connsiteY3-82" fmla="*/ 2240387 h 2240387"/>
              <a:gd name="connsiteX4-83" fmla="*/ 0 w 2493990"/>
              <a:gd name="connsiteY4-84" fmla="*/ 1120194 h 2240387"/>
              <a:gd name="connsiteX5-85" fmla="*/ 646744 w 2493990"/>
              <a:gd name="connsiteY5-86" fmla="*/ 0 h 2240387"/>
              <a:gd name="connsiteX6-87" fmla="*/ 1940233 w 2493990"/>
              <a:gd name="connsiteY6-88" fmla="*/ 0 h 2240387"/>
              <a:gd name="connsiteX7-89" fmla="*/ 2493990 w 2493990"/>
              <a:gd name="connsiteY7-90" fmla="*/ 959135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93990" h="2240387">
                <a:moveTo>
                  <a:pt x="2493990" y="1287748"/>
                </a:moveTo>
                <a:lnTo>
                  <a:pt x="2483516" y="1305700"/>
                </a:lnTo>
                <a:lnTo>
                  <a:pt x="1940233" y="2240387"/>
                </a:lnTo>
                <a:lnTo>
                  <a:pt x="646744" y="2240387"/>
                </a:ln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493990" y="959135"/>
                </a:lnTo>
              </a:path>
            </a:pathLst>
          </a:custGeom>
          <a:noFill/>
          <a:ln w="12700">
            <a:solidFill>
              <a:schemeClr val="accent1">
                <a:alpha val="20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350" dirty="0">
              <a:solidFill>
                <a:schemeClr val="lt1"/>
              </a:solidFill>
            </a:endParaRPr>
          </a:p>
        </p:txBody>
      </p:sp>
      <p:sp>
        <p:nvSpPr>
          <p:cNvPr id="6" name="任意多边形: 形状 38"/>
          <p:cNvSpPr/>
          <p:nvPr>
            <p:custDataLst>
              <p:tags r:id="rId3"/>
            </p:custDataLst>
          </p:nvPr>
        </p:nvSpPr>
        <p:spPr>
          <a:xfrm>
            <a:off x="6593205" y="1480994"/>
            <a:ext cx="2021205" cy="1750695"/>
          </a:xfrm>
          <a:custGeom>
            <a:avLst/>
            <a:gdLst>
              <a:gd name="connsiteX0" fmla="*/ 646744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736693 w 2586977"/>
              <a:gd name="connsiteY4" fmla="*/ 2240387 h 2240387"/>
              <a:gd name="connsiteX5" fmla="*/ 736693 w 2586977"/>
              <a:gd name="connsiteY5" fmla="*/ 1726018 h 2240387"/>
              <a:gd name="connsiteX6" fmla="*/ 561841 w 2586977"/>
              <a:gd name="connsiteY6" fmla="*/ 1726018 h 2240387"/>
              <a:gd name="connsiteX7" fmla="*/ 561841 w 2586977"/>
              <a:gd name="connsiteY7" fmla="*/ 2093331 h 2240387"/>
              <a:gd name="connsiteX8" fmla="*/ 0 w 2586977"/>
              <a:gd name="connsiteY8" fmla="*/ 1120194 h 2240387"/>
              <a:gd name="connsiteX0-1" fmla="*/ 736693 w 2586977"/>
              <a:gd name="connsiteY0-2" fmla="*/ 1726018 h 2240387"/>
              <a:gd name="connsiteX1-3" fmla="*/ 561841 w 2586977"/>
              <a:gd name="connsiteY1-4" fmla="*/ 1726018 h 2240387"/>
              <a:gd name="connsiteX2-5" fmla="*/ 561841 w 2586977"/>
              <a:gd name="connsiteY2-6" fmla="*/ 2093331 h 2240387"/>
              <a:gd name="connsiteX3-7" fmla="*/ 0 w 2586977"/>
              <a:gd name="connsiteY3-8" fmla="*/ 1120194 h 2240387"/>
              <a:gd name="connsiteX4-9" fmla="*/ 646744 w 2586977"/>
              <a:gd name="connsiteY4-10" fmla="*/ 0 h 2240387"/>
              <a:gd name="connsiteX5-11" fmla="*/ 1940233 w 2586977"/>
              <a:gd name="connsiteY5-12" fmla="*/ 0 h 2240387"/>
              <a:gd name="connsiteX6-13" fmla="*/ 2586977 w 2586977"/>
              <a:gd name="connsiteY6-14" fmla="*/ 1120194 h 2240387"/>
              <a:gd name="connsiteX7-15" fmla="*/ 1940233 w 2586977"/>
              <a:gd name="connsiteY7-16" fmla="*/ 2240387 h 2240387"/>
              <a:gd name="connsiteX8-17" fmla="*/ 736693 w 2586977"/>
              <a:gd name="connsiteY8-18" fmla="*/ 2240387 h 2240387"/>
              <a:gd name="connsiteX9" fmla="*/ 828133 w 2586977"/>
              <a:gd name="connsiteY9" fmla="*/ 1817458 h 2240387"/>
              <a:gd name="connsiteX0-19" fmla="*/ 736693 w 2586977"/>
              <a:gd name="connsiteY0-20" fmla="*/ 1726018 h 2240387"/>
              <a:gd name="connsiteX1-21" fmla="*/ 561841 w 2586977"/>
              <a:gd name="connsiteY1-22" fmla="*/ 1726018 h 2240387"/>
              <a:gd name="connsiteX2-23" fmla="*/ 561841 w 2586977"/>
              <a:gd name="connsiteY2-24" fmla="*/ 2093331 h 2240387"/>
              <a:gd name="connsiteX3-25" fmla="*/ 0 w 2586977"/>
              <a:gd name="connsiteY3-26" fmla="*/ 1120194 h 2240387"/>
              <a:gd name="connsiteX4-27" fmla="*/ 646744 w 2586977"/>
              <a:gd name="connsiteY4-28" fmla="*/ 0 h 2240387"/>
              <a:gd name="connsiteX5-29" fmla="*/ 1940233 w 2586977"/>
              <a:gd name="connsiteY5-30" fmla="*/ 0 h 2240387"/>
              <a:gd name="connsiteX6-31" fmla="*/ 2586977 w 2586977"/>
              <a:gd name="connsiteY6-32" fmla="*/ 1120194 h 2240387"/>
              <a:gd name="connsiteX7-33" fmla="*/ 1940233 w 2586977"/>
              <a:gd name="connsiteY7-34" fmla="*/ 2240387 h 2240387"/>
              <a:gd name="connsiteX8-35" fmla="*/ 736693 w 2586977"/>
              <a:gd name="connsiteY8-36" fmla="*/ 2240387 h 2240387"/>
              <a:gd name="connsiteX0-37" fmla="*/ 561841 w 2586977"/>
              <a:gd name="connsiteY0-38" fmla="*/ 1726018 h 2240387"/>
              <a:gd name="connsiteX1-39" fmla="*/ 561841 w 2586977"/>
              <a:gd name="connsiteY1-40" fmla="*/ 2093331 h 2240387"/>
              <a:gd name="connsiteX2-41" fmla="*/ 0 w 2586977"/>
              <a:gd name="connsiteY2-42" fmla="*/ 1120194 h 2240387"/>
              <a:gd name="connsiteX3-43" fmla="*/ 646744 w 2586977"/>
              <a:gd name="connsiteY3-44" fmla="*/ 0 h 2240387"/>
              <a:gd name="connsiteX4-45" fmla="*/ 1940233 w 2586977"/>
              <a:gd name="connsiteY4-46" fmla="*/ 0 h 2240387"/>
              <a:gd name="connsiteX5-47" fmla="*/ 2586977 w 2586977"/>
              <a:gd name="connsiteY5-48" fmla="*/ 1120194 h 2240387"/>
              <a:gd name="connsiteX6-49" fmla="*/ 1940233 w 2586977"/>
              <a:gd name="connsiteY6-50" fmla="*/ 2240387 h 2240387"/>
              <a:gd name="connsiteX7-51" fmla="*/ 736693 w 2586977"/>
              <a:gd name="connsiteY7-52" fmla="*/ 2240387 h 2240387"/>
              <a:gd name="connsiteX0-53" fmla="*/ 561841 w 2586977"/>
              <a:gd name="connsiteY0-54" fmla="*/ 2093331 h 2240387"/>
              <a:gd name="connsiteX1-55" fmla="*/ 0 w 2586977"/>
              <a:gd name="connsiteY1-56" fmla="*/ 1120194 h 2240387"/>
              <a:gd name="connsiteX2-57" fmla="*/ 646744 w 2586977"/>
              <a:gd name="connsiteY2-58" fmla="*/ 0 h 2240387"/>
              <a:gd name="connsiteX3-59" fmla="*/ 1940233 w 2586977"/>
              <a:gd name="connsiteY3-60" fmla="*/ 0 h 2240387"/>
              <a:gd name="connsiteX4-61" fmla="*/ 2586977 w 2586977"/>
              <a:gd name="connsiteY4-62" fmla="*/ 1120194 h 2240387"/>
              <a:gd name="connsiteX5-63" fmla="*/ 1940233 w 2586977"/>
              <a:gd name="connsiteY5-64" fmla="*/ 2240387 h 2240387"/>
              <a:gd name="connsiteX6-65" fmla="*/ 736693 w 2586977"/>
              <a:gd name="connsiteY6-66" fmla="*/ 2240387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586977" h="2240387">
                <a:moveTo>
                  <a:pt x="561841" y="2093331"/>
                </a:move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586977" y="1120194"/>
                </a:lnTo>
                <a:lnTo>
                  <a:pt x="1940233" y="2240387"/>
                </a:lnTo>
                <a:lnTo>
                  <a:pt x="736693" y="2240387"/>
                </a:lnTo>
              </a:path>
            </a:pathLst>
          </a:custGeom>
          <a:noFill/>
          <a:ln w="12700">
            <a:solidFill>
              <a:schemeClr val="accent5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7" name="任意多边形: 形状 36"/>
          <p:cNvSpPr/>
          <p:nvPr>
            <p:custDataLst>
              <p:tags r:id="rId4"/>
            </p:custDataLst>
          </p:nvPr>
        </p:nvSpPr>
        <p:spPr>
          <a:xfrm>
            <a:off x="3561398" y="1480994"/>
            <a:ext cx="1952625" cy="1750695"/>
          </a:xfrm>
          <a:custGeom>
            <a:avLst/>
            <a:gdLst>
              <a:gd name="connsiteX0" fmla="*/ 646745 w 2498882"/>
              <a:gd name="connsiteY0" fmla="*/ 0 h 2240387"/>
              <a:gd name="connsiteX1" fmla="*/ 1940233 w 2498882"/>
              <a:gd name="connsiteY1" fmla="*/ 0 h 2240387"/>
              <a:gd name="connsiteX2" fmla="*/ 2498882 w 2498882"/>
              <a:gd name="connsiteY2" fmla="*/ 967609 h 2240387"/>
              <a:gd name="connsiteX3" fmla="*/ 2498882 w 2498882"/>
              <a:gd name="connsiteY3" fmla="*/ 1272779 h 2240387"/>
              <a:gd name="connsiteX4" fmla="*/ 1940233 w 2498882"/>
              <a:gd name="connsiteY4" fmla="*/ 2240387 h 2240387"/>
              <a:gd name="connsiteX5" fmla="*/ 646745 w 2498882"/>
              <a:gd name="connsiteY5" fmla="*/ 2240387 h 2240387"/>
              <a:gd name="connsiteX6" fmla="*/ 0 w 2498882"/>
              <a:gd name="connsiteY6" fmla="*/ 1120194 h 2240387"/>
              <a:gd name="connsiteX0-1" fmla="*/ 646745 w 2498882"/>
              <a:gd name="connsiteY0-2" fmla="*/ 0 h 2240387"/>
              <a:gd name="connsiteX1-3" fmla="*/ 1940233 w 2498882"/>
              <a:gd name="connsiteY1-4" fmla="*/ 0 h 2240387"/>
              <a:gd name="connsiteX2-5" fmla="*/ 2498882 w 2498882"/>
              <a:gd name="connsiteY2-6" fmla="*/ 967609 h 2240387"/>
              <a:gd name="connsiteX3-7" fmla="*/ 2493887 w 2498882"/>
              <a:gd name="connsiteY3-8" fmla="*/ 1110572 h 2240387"/>
              <a:gd name="connsiteX4-9" fmla="*/ 2498882 w 2498882"/>
              <a:gd name="connsiteY4-10" fmla="*/ 1272779 h 2240387"/>
              <a:gd name="connsiteX5-11" fmla="*/ 1940233 w 2498882"/>
              <a:gd name="connsiteY5-12" fmla="*/ 2240387 h 2240387"/>
              <a:gd name="connsiteX6-13" fmla="*/ 646745 w 2498882"/>
              <a:gd name="connsiteY6-14" fmla="*/ 2240387 h 2240387"/>
              <a:gd name="connsiteX7" fmla="*/ 0 w 2498882"/>
              <a:gd name="connsiteY7" fmla="*/ 1120194 h 2240387"/>
              <a:gd name="connsiteX8" fmla="*/ 646745 w 2498882"/>
              <a:gd name="connsiteY8" fmla="*/ 0 h 2240387"/>
              <a:gd name="connsiteX0-15" fmla="*/ 2493887 w 2585327"/>
              <a:gd name="connsiteY0-16" fmla="*/ 1110572 h 2240387"/>
              <a:gd name="connsiteX1-17" fmla="*/ 2498882 w 2585327"/>
              <a:gd name="connsiteY1-18" fmla="*/ 1272779 h 2240387"/>
              <a:gd name="connsiteX2-19" fmla="*/ 1940233 w 2585327"/>
              <a:gd name="connsiteY2-20" fmla="*/ 2240387 h 2240387"/>
              <a:gd name="connsiteX3-21" fmla="*/ 646745 w 2585327"/>
              <a:gd name="connsiteY3-22" fmla="*/ 2240387 h 2240387"/>
              <a:gd name="connsiteX4-23" fmla="*/ 0 w 2585327"/>
              <a:gd name="connsiteY4-24" fmla="*/ 1120194 h 2240387"/>
              <a:gd name="connsiteX5-25" fmla="*/ 646745 w 2585327"/>
              <a:gd name="connsiteY5-26" fmla="*/ 0 h 2240387"/>
              <a:gd name="connsiteX6-27" fmla="*/ 1940233 w 2585327"/>
              <a:gd name="connsiteY6-28" fmla="*/ 0 h 2240387"/>
              <a:gd name="connsiteX7-29" fmla="*/ 2498882 w 2585327"/>
              <a:gd name="connsiteY7-30" fmla="*/ 967609 h 2240387"/>
              <a:gd name="connsiteX8-31" fmla="*/ 2585327 w 2585327"/>
              <a:gd name="connsiteY8-32" fmla="*/ 1202012 h 2240387"/>
              <a:gd name="connsiteX0-33" fmla="*/ 2493887 w 2498882"/>
              <a:gd name="connsiteY0-34" fmla="*/ 1110572 h 2240387"/>
              <a:gd name="connsiteX1-35" fmla="*/ 2498882 w 2498882"/>
              <a:gd name="connsiteY1-36" fmla="*/ 1272779 h 2240387"/>
              <a:gd name="connsiteX2-37" fmla="*/ 1940233 w 2498882"/>
              <a:gd name="connsiteY2-38" fmla="*/ 2240387 h 2240387"/>
              <a:gd name="connsiteX3-39" fmla="*/ 646745 w 2498882"/>
              <a:gd name="connsiteY3-40" fmla="*/ 2240387 h 2240387"/>
              <a:gd name="connsiteX4-41" fmla="*/ 0 w 2498882"/>
              <a:gd name="connsiteY4-42" fmla="*/ 1120194 h 2240387"/>
              <a:gd name="connsiteX5-43" fmla="*/ 646745 w 2498882"/>
              <a:gd name="connsiteY5-44" fmla="*/ 0 h 2240387"/>
              <a:gd name="connsiteX6-45" fmla="*/ 1940233 w 2498882"/>
              <a:gd name="connsiteY6-46" fmla="*/ 0 h 2240387"/>
              <a:gd name="connsiteX7-47" fmla="*/ 2498882 w 2498882"/>
              <a:gd name="connsiteY7-48" fmla="*/ 967609 h 2240387"/>
              <a:gd name="connsiteX0-49" fmla="*/ 2498882 w 2498882"/>
              <a:gd name="connsiteY0-50" fmla="*/ 1272779 h 2240387"/>
              <a:gd name="connsiteX1-51" fmla="*/ 1940233 w 2498882"/>
              <a:gd name="connsiteY1-52" fmla="*/ 2240387 h 2240387"/>
              <a:gd name="connsiteX2-53" fmla="*/ 646745 w 2498882"/>
              <a:gd name="connsiteY2-54" fmla="*/ 2240387 h 2240387"/>
              <a:gd name="connsiteX3-55" fmla="*/ 0 w 2498882"/>
              <a:gd name="connsiteY3-56" fmla="*/ 1120194 h 2240387"/>
              <a:gd name="connsiteX4-57" fmla="*/ 646745 w 2498882"/>
              <a:gd name="connsiteY4-58" fmla="*/ 0 h 2240387"/>
              <a:gd name="connsiteX5-59" fmla="*/ 1940233 w 2498882"/>
              <a:gd name="connsiteY5-60" fmla="*/ 0 h 2240387"/>
              <a:gd name="connsiteX6-61" fmla="*/ 2498882 w 2498882"/>
              <a:gd name="connsiteY6-62" fmla="*/ 967609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98882" h="2240387">
                <a:moveTo>
                  <a:pt x="2498882" y="1272779"/>
                </a:moveTo>
                <a:lnTo>
                  <a:pt x="1940233" y="2240387"/>
                </a:lnTo>
                <a:lnTo>
                  <a:pt x="646745" y="2240387"/>
                </a:lnTo>
                <a:lnTo>
                  <a:pt x="0" y="1120194"/>
                </a:lnTo>
                <a:lnTo>
                  <a:pt x="646745" y="0"/>
                </a:lnTo>
                <a:lnTo>
                  <a:pt x="1940233" y="0"/>
                </a:lnTo>
                <a:lnTo>
                  <a:pt x="2498882" y="967609"/>
                </a:lnTo>
              </a:path>
            </a:pathLst>
          </a:custGeom>
          <a:noFill/>
          <a:ln w="12700">
            <a:solidFill>
              <a:schemeClr val="accent3">
                <a:alpha val="20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solidFill>
                <a:schemeClr val="lt1"/>
              </a:solidFill>
            </a:endParaRPr>
          </a:p>
        </p:txBody>
      </p:sp>
      <p:sp>
        <p:nvSpPr>
          <p:cNvPr id="8" name="任意多边形: 形状 53"/>
          <p:cNvSpPr/>
          <p:nvPr>
            <p:custDataLst>
              <p:tags r:id="rId5"/>
            </p:custDataLst>
          </p:nvPr>
        </p:nvSpPr>
        <p:spPr>
          <a:xfrm>
            <a:off x="2614613" y="2355866"/>
            <a:ext cx="1452086" cy="875348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12700">
            <a:solidFill>
              <a:schemeClr val="accent2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2" name="任意多边形: 形状 54"/>
          <p:cNvSpPr/>
          <p:nvPr>
            <p:custDataLst>
              <p:tags r:id="rId6"/>
            </p:custDataLst>
          </p:nvPr>
        </p:nvSpPr>
        <p:spPr>
          <a:xfrm>
            <a:off x="2045494" y="2482072"/>
            <a:ext cx="1939766" cy="1624489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12700">
            <a:solidFill>
              <a:schemeClr val="accent2">
                <a:alpha val="20000"/>
              </a:schemeClr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3" name="任意多边形: 形状 55"/>
          <p:cNvSpPr/>
          <p:nvPr>
            <p:custDataLst>
              <p:tags r:id="rId7"/>
            </p:custDataLst>
          </p:nvPr>
        </p:nvSpPr>
        <p:spPr>
          <a:xfrm>
            <a:off x="5077301" y="2482072"/>
            <a:ext cx="1939766" cy="1624489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12700">
            <a:solidFill>
              <a:schemeClr val="accent4">
                <a:alpha val="20000"/>
              </a:schemeClr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4" name="任意多边形: 形状 56"/>
          <p:cNvSpPr/>
          <p:nvPr>
            <p:custDataLst>
              <p:tags r:id="rId8"/>
            </p:custDataLst>
          </p:nvPr>
        </p:nvSpPr>
        <p:spPr>
          <a:xfrm>
            <a:off x="5646420" y="2355866"/>
            <a:ext cx="1452086" cy="875348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12700">
            <a:solidFill>
              <a:schemeClr val="accent4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18" name="图片 4" descr="343435383036303b343532343134383bcdc5b6d3d0add7f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00363" y="1491471"/>
            <a:ext cx="341471" cy="341471"/>
          </a:xfrm>
          <a:prstGeom prst="rect">
            <a:avLst/>
          </a:prstGeom>
        </p:spPr>
      </p:pic>
      <p:pic>
        <p:nvPicPr>
          <p:cNvPr id="19" name="图片 21" descr="343435383036303b343532343136363bcfeec4bfbdf8b6c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87603" y="3786997"/>
            <a:ext cx="304800" cy="304800"/>
          </a:xfrm>
          <a:prstGeom prst="rect">
            <a:avLst/>
          </a:prstGeom>
        </p:spPr>
      </p:pic>
      <p:pic>
        <p:nvPicPr>
          <p:cNvPr id="20" name="图片 5" descr="343435383036303b343532343134393bcdb7c4d4b7e7b1a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21693" y="1476231"/>
            <a:ext cx="363855" cy="363855"/>
          </a:xfrm>
          <a:prstGeom prst="rect">
            <a:avLst/>
          </a:prstGeom>
        </p:spPr>
      </p:pic>
      <p:pic>
        <p:nvPicPr>
          <p:cNvPr id="21" name="图片 13" descr="343435383036303b343532343135373bcfeec4bfb7d6cef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24363" y="3778901"/>
            <a:ext cx="322421" cy="322421"/>
          </a:xfrm>
          <a:prstGeom prst="rect">
            <a:avLst/>
          </a:prstGeom>
        </p:spPr>
      </p:pic>
      <p:pic>
        <p:nvPicPr>
          <p:cNvPr id="22" name="图片 8" descr="343435383036303b343532343135313bbfaab7a2bbb7beb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57313" y="3760803"/>
            <a:ext cx="351000" cy="351000"/>
          </a:xfrm>
          <a:prstGeom prst="rect">
            <a:avLst/>
          </a:prstGeom>
        </p:spPr>
      </p:pic>
      <p:cxnSp>
        <p:nvCxnSpPr>
          <p:cNvPr id="25" name="直接连接符 2"/>
          <p:cNvCxnSpPr/>
          <p:nvPr>
            <p:custDataLst>
              <p:tags r:id="rId24"/>
            </p:custDataLst>
          </p:nvPr>
        </p:nvCxnSpPr>
        <p:spPr>
          <a:xfrm flipH="1">
            <a:off x="1532573" y="3284077"/>
            <a:ext cx="5715" cy="418500"/>
          </a:xfrm>
          <a:prstGeom prst="line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3"/>
          <p:cNvCxnSpPr/>
          <p:nvPr>
            <p:custDataLst>
              <p:tags r:id="rId25"/>
            </p:custDataLst>
          </p:nvPr>
        </p:nvCxnSpPr>
        <p:spPr>
          <a:xfrm flipH="1">
            <a:off x="3050858" y="1965817"/>
            <a:ext cx="5715" cy="364500"/>
          </a:xfrm>
          <a:prstGeom prst="line">
            <a:avLst/>
          </a:prstGeom>
          <a:ln w="31750" cap="rnd">
            <a:solidFill>
              <a:schemeClr val="accent2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8"/>
          <p:cNvCxnSpPr/>
          <p:nvPr>
            <p:custDataLst>
              <p:tags r:id="rId26"/>
            </p:custDataLst>
          </p:nvPr>
        </p:nvCxnSpPr>
        <p:spPr>
          <a:xfrm flipH="1">
            <a:off x="4582001" y="3318367"/>
            <a:ext cx="5715" cy="418500"/>
          </a:xfrm>
          <a:prstGeom prst="line">
            <a:avLst/>
          </a:prstGeom>
          <a:ln w="31750" cap="rnd">
            <a:solidFill>
              <a:schemeClr val="accent3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9"/>
          <p:cNvCxnSpPr/>
          <p:nvPr>
            <p:custDataLst>
              <p:tags r:id="rId27"/>
            </p:custDataLst>
          </p:nvPr>
        </p:nvCxnSpPr>
        <p:spPr>
          <a:xfrm flipH="1">
            <a:off x="6093143" y="1972484"/>
            <a:ext cx="5715" cy="364500"/>
          </a:xfrm>
          <a:prstGeom prst="line">
            <a:avLst/>
          </a:prstGeom>
          <a:ln w="31750" cap="rnd">
            <a:solidFill>
              <a:schemeClr val="accent4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10"/>
          <p:cNvCxnSpPr/>
          <p:nvPr>
            <p:custDataLst>
              <p:tags r:id="rId28"/>
            </p:custDataLst>
          </p:nvPr>
        </p:nvCxnSpPr>
        <p:spPr>
          <a:xfrm flipH="1">
            <a:off x="7614285" y="3310747"/>
            <a:ext cx="5715" cy="418500"/>
          </a:xfrm>
          <a:prstGeom prst="line">
            <a:avLst/>
          </a:prstGeom>
          <a:ln w="31750" cap="rnd">
            <a:solidFill>
              <a:schemeClr val="accent5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 useBgFill="1">
        <p:nvSpPr>
          <p:cNvPr id="36" name="六边形 14"/>
          <p:cNvSpPr/>
          <p:nvPr>
            <p:custDataLst>
              <p:tags r:id="rId29"/>
            </p:custDataLst>
          </p:nvPr>
        </p:nvSpPr>
        <p:spPr>
          <a:xfrm>
            <a:off x="684848" y="1613392"/>
            <a:ext cx="1695600" cy="1469231"/>
          </a:xfrm>
          <a:prstGeom prst="hexagon">
            <a:avLst>
              <a:gd name="adj" fmla="val 28654"/>
              <a:gd name="vf" fmla="val 115470"/>
            </a:avLst>
          </a:prstGeom>
          <a:ln w="6350">
            <a:solidFill>
              <a:schemeClr val="accent1"/>
            </a:solidFill>
          </a:ln>
          <a:effectLst>
            <a:outerShdw blurRad="317500" dist="190500" dir="2700000" algn="tl" rotWithShape="0">
              <a:schemeClr val="accent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146" tIns="34290" rIns="68580" bIns="34290" numCol="1" spcCol="0" rtlCol="0" fromWordArt="0" anchor="ctr" anchorCtr="0" forceAA="0" compatLnSpc="1">
            <a:noAutofit/>
          </a:bodyPr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检测画面中的车辆目标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 useBgFill="1">
        <p:nvSpPr>
          <p:cNvPr id="38" name="六边形 15"/>
          <p:cNvSpPr/>
          <p:nvPr>
            <p:custDataLst>
              <p:tags r:id="rId30"/>
            </p:custDataLst>
          </p:nvPr>
        </p:nvSpPr>
        <p:spPr>
          <a:xfrm>
            <a:off x="2205990" y="2491597"/>
            <a:ext cx="1695600" cy="1469231"/>
          </a:xfrm>
          <a:prstGeom prst="hexagon">
            <a:avLst>
              <a:gd name="adj" fmla="val 28654"/>
              <a:gd name="vf" fmla="val 115470"/>
            </a:avLst>
          </a:prstGeom>
          <a:ln w="6350">
            <a:solidFill>
              <a:schemeClr val="accent2"/>
            </a:solidFill>
          </a:ln>
          <a:effectLst>
            <a:outerShdw blurRad="317500" dist="190500" dir="2700000" algn="tl" rotWithShape="0">
              <a:schemeClr val="accent2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146" tIns="34290" rIns="68580" bIns="34290" numCol="1" spcCol="0" rtlCol="0" fromWordArt="0" anchor="ctr" anchorCtr="0" forceAA="0" compatLnSpc="1">
            <a:noAutofit/>
          </a:bodyPr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找到车辆相关的蓝光区域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 useBgFill="1">
        <p:nvSpPr>
          <p:cNvPr id="40" name="六边形 16"/>
          <p:cNvSpPr/>
          <p:nvPr>
            <p:custDataLst>
              <p:tags r:id="rId31"/>
            </p:custDataLst>
          </p:nvPr>
        </p:nvSpPr>
        <p:spPr>
          <a:xfrm>
            <a:off x="3727609" y="1612916"/>
            <a:ext cx="1695600" cy="1469231"/>
          </a:xfrm>
          <a:prstGeom prst="hexagon">
            <a:avLst>
              <a:gd name="adj" fmla="val 28654"/>
              <a:gd name="vf" fmla="val 115470"/>
            </a:avLst>
          </a:prstGeom>
          <a:ln w="6350">
            <a:solidFill>
              <a:schemeClr val="accent3"/>
            </a:solidFill>
          </a:ln>
          <a:effectLst>
            <a:outerShdw blurRad="317500" dist="190500" dir="2700000" algn="tl" rotWithShape="0">
              <a:schemeClr val="accent3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146" tIns="34290" rIns="68580" bIns="34290" numCol="1" spcCol="0" rtlCol="0" fromWordArt="0" anchor="ctr" anchorCtr="0" forceAA="0" compatLnSpc="1">
            <a:noAutofit/>
          </a:bodyPr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区分两类车辆蓝光：车灯蓝光、反光蓝光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 useBgFill="1">
        <p:nvSpPr>
          <p:cNvPr id="41" name="六边形 22"/>
          <p:cNvSpPr/>
          <p:nvPr>
            <p:custDataLst>
              <p:tags r:id="rId32"/>
            </p:custDataLst>
          </p:nvPr>
        </p:nvSpPr>
        <p:spPr>
          <a:xfrm>
            <a:off x="5248275" y="2491597"/>
            <a:ext cx="1695600" cy="1469231"/>
          </a:xfrm>
          <a:prstGeom prst="hexagon">
            <a:avLst>
              <a:gd name="adj" fmla="val 28654"/>
              <a:gd name="vf" fmla="val 115470"/>
            </a:avLst>
          </a:prstGeom>
          <a:ln w="6350">
            <a:solidFill>
              <a:schemeClr val="accent4"/>
            </a:solidFill>
          </a:ln>
          <a:effectLst>
            <a:outerShdw blurRad="317500" dist="190500" dir="2700000" algn="tl" rotWithShape="0">
              <a:schemeClr val="accent4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146" tIns="34290" rIns="68580" bIns="34290" numCol="1" spcCol="0" rtlCol="0" fromWordArt="0" anchor="ctr" anchorCtr="0" forceAA="0" compatLnSpc="1">
            <a:noAutofit/>
          </a:bodyPr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过滤非车辆产生的环境干扰蓝光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 useBgFill="1">
        <p:nvSpPr>
          <p:cNvPr id="42" name="六边形 23"/>
          <p:cNvSpPr/>
          <p:nvPr>
            <p:custDataLst>
              <p:tags r:id="rId33"/>
            </p:custDataLst>
          </p:nvPr>
        </p:nvSpPr>
        <p:spPr>
          <a:xfrm>
            <a:off x="6770370" y="1613392"/>
            <a:ext cx="1695600" cy="1469231"/>
          </a:xfrm>
          <a:prstGeom prst="hexagon">
            <a:avLst>
              <a:gd name="adj" fmla="val 28654"/>
              <a:gd name="vf" fmla="val 115470"/>
            </a:avLst>
          </a:prstGeom>
          <a:ln w="6350">
            <a:solidFill>
              <a:schemeClr val="accent5"/>
            </a:solidFill>
          </a:ln>
          <a:effectLst>
            <a:outerShdw blurRad="317500" dist="190500" dir="2700000" algn="tl" rotWithShape="0">
              <a:schemeClr val="accent5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146" tIns="34290" rIns="68580" bIns="34290" numCol="1" spcCol="0" rtlCol="0" fromWordArt="0" anchor="ctr" anchorCtr="0" forceAA="0" compatLnSpc="1">
            <a:noAutofit/>
          </a:bodyPr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输出车辆框、蓝光区域框、来源分类和统计信息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主要难点</a:t>
            </a:r>
            <a:endParaRPr lang="zh-CN" altLang="en-US" dirty="0"/>
          </a:p>
        </p:txBody>
      </p:sp>
      <p:sp>
        <p:nvSpPr>
          <p:cNvPr id="2" name="矩形 9"/>
          <p:cNvSpPr/>
          <p:nvPr>
            <p:custDataLst>
              <p:tags r:id="rId2"/>
            </p:custDataLst>
          </p:nvPr>
        </p:nvSpPr>
        <p:spPr>
          <a:xfrm>
            <a:off x="524007" y="298622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远处车辆车身很暗，</a:t>
            </a:r>
            <a:r>
              <a:rPr lang="en-US" altLang="zh-CN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YOLO </a:t>
            </a:r>
            <a:r>
              <a:rPr lang="zh-CN" altLang="en-US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可能漏检</a:t>
            </a:r>
            <a:endParaRPr lang="zh-CN" altLang="en-US" sz="135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矩形 15"/>
          <p:cNvSpPr/>
          <p:nvPr>
            <p:custDataLst>
              <p:tags r:id="rId3"/>
            </p:custDataLst>
          </p:nvPr>
        </p:nvSpPr>
        <p:spPr>
          <a:xfrm>
            <a:off x="6554704" y="298622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路面、柱体、屏幕反光虽然很亮，但不属于车辆蓝光</a:t>
            </a:r>
            <a:endParaRPr lang="zh-CN" altLang="en-US" sz="135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" name="矩形 14"/>
          <p:cNvSpPr/>
          <p:nvPr>
            <p:custDataLst>
              <p:tags r:id="rId4"/>
            </p:custDataLst>
          </p:nvPr>
        </p:nvSpPr>
        <p:spPr>
          <a:xfrm>
            <a:off x="5575942" y="1741223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车身反光属于车辆蓝光，但不能和车灯蓝光混为一类</a:t>
            </a:r>
            <a:endParaRPr lang="zh-CN" altLang="en-US" sz="135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" name="矩形 17"/>
          <p:cNvSpPr/>
          <p:nvPr>
            <p:custDataLst>
              <p:tags r:id="rId5"/>
            </p:custDataLst>
          </p:nvPr>
        </p:nvSpPr>
        <p:spPr>
          <a:xfrm>
            <a:off x="5084894" y="1356862"/>
            <a:ext cx="490969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p>
            <a:r>
              <a:rPr lang="en-US" altLang="zh-CN" sz="2100" b="1" kern="0" dirty="0">
                <a:solidFill>
                  <a:schemeClr val="accent3">
                    <a:lumMod val="70000"/>
                    <a:lumOff val="30000"/>
                  </a:schemeClr>
                </a:solidFill>
                <a:cs typeface="+mn-lt"/>
              </a:rPr>
              <a:t>03</a:t>
            </a:r>
            <a:endParaRPr lang="en-US" altLang="zh-CN" sz="2100" b="1" kern="0" dirty="0">
              <a:solidFill>
                <a:schemeClr val="accent3">
                  <a:lumMod val="70000"/>
                  <a:lumOff val="30000"/>
                </a:schemeClr>
              </a:solidFill>
              <a:cs typeface="+mn-lt"/>
            </a:endParaRPr>
          </a:p>
        </p:txBody>
      </p:sp>
      <p:sp>
        <p:nvSpPr>
          <p:cNvPr id="7" name="矩形 13"/>
          <p:cNvSpPr/>
          <p:nvPr>
            <p:custDataLst>
              <p:tags r:id="rId6"/>
            </p:custDataLst>
          </p:nvPr>
        </p:nvSpPr>
        <p:spPr>
          <a:xfrm>
            <a:off x="2166707" y="1791232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35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单纯找亮点会把路灯、路牌、地面标线全部检出</a:t>
            </a:r>
            <a:endParaRPr lang="zh-CN" altLang="en-US" sz="135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" name="矩形 18"/>
          <p:cNvSpPr/>
          <p:nvPr>
            <p:custDataLst>
              <p:tags r:id="rId7"/>
            </p:custDataLst>
          </p:nvPr>
        </p:nvSpPr>
        <p:spPr>
          <a:xfrm>
            <a:off x="2166707" y="1356862"/>
            <a:ext cx="490969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p>
            <a:r>
              <a:rPr lang="en-US" altLang="zh-CN" sz="2100" b="1" kern="0" dirty="0">
                <a:solidFill>
                  <a:schemeClr val="accent2">
                    <a:lumMod val="40000"/>
                    <a:lumOff val="60000"/>
                  </a:schemeClr>
                </a:solidFill>
                <a:cs typeface="+mn-lt"/>
              </a:rPr>
              <a:t>02</a:t>
            </a:r>
            <a:endParaRPr lang="en-US" altLang="zh-CN" sz="2100" b="1" kern="0" dirty="0">
              <a:solidFill>
                <a:schemeClr val="accent2">
                  <a:lumMod val="40000"/>
                  <a:lumOff val="60000"/>
                </a:schemeClr>
              </a:solidFill>
              <a:cs typeface="+mn-lt"/>
            </a:endParaRPr>
          </a:p>
        </p:txBody>
      </p:sp>
      <p:sp>
        <p:nvSpPr>
          <p:cNvPr id="23" name="矩形 19"/>
          <p:cNvSpPr/>
          <p:nvPr>
            <p:custDataLst>
              <p:tags r:id="rId8"/>
            </p:custDataLst>
          </p:nvPr>
        </p:nvSpPr>
        <p:spPr>
          <a:xfrm>
            <a:off x="524960" y="2548046"/>
            <a:ext cx="490969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p>
            <a:r>
              <a:rPr lang="en-US" altLang="zh-CN" sz="2100" b="1" kern="0" dirty="0">
                <a:solidFill>
                  <a:schemeClr val="accent1">
                    <a:lumMod val="25000"/>
                    <a:lumOff val="75000"/>
                  </a:schemeClr>
                </a:solidFill>
                <a:cs typeface="+mn-lt"/>
              </a:rPr>
              <a:t>01</a:t>
            </a:r>
            <a:endParaRPr lang="en-US" altLang="zh-CN" sz="2100" b="1" kern="0" dirty="0">
              <a:solidFill>
                <a:schemeClr val="accent1">
                  <a:lumMod val="25000"/>
                  <a:lumOff val="75000"/>
                </a:schemeClr>
              </a:solidFill>
              <a:cs typeface="+mn-lt"/>
            </a:endParaRPr>
          </a:p>
        </p:txBody>
      </p:sp>
      <p:sp>
        <p:nvSpPr>
          <p:cNvPr id="24" name="矩形 20"/>
          <p:cNvSpPr/>
          <p:nvPr>
            <p:custDataLst>
              <p:tags r:id="rId9"/>
            </p:custDataLst>
          </p:nvPr>
        </p:nvSpPr>
        <p:spPr>
          <a:xfrm>
            <a:off x="6554704" y="2548046"/>
            <a:ext cx="490969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p>
            <a:r>
              <a:rPr lang="en-US" altLang="zh-CN" sz="2100" b="1" kern="0" dirty="0">
                <a:solidFill>
                  <a:schemeClr val="accent4">
                    <a:lumMod val="70000"/>
                    <a:lumOff val="30000"/>
                  </a:schemeClr>
                </a:solidFill>
                <a:cs typeface="+mn-lt"/>
              </a:rPr>
              <a:t>04</a:t>
            </a:r>
            <a:endParaRPr lang="en-US" altLang="zh-CN" sz="2100" b="1" kern="0" dirty="0">
              <a:solidFill>
                <a:schemeClr val="accent4">
                  <a:lumMod val="70000"/>
                  <a:lumOff val="30000"/>
                </a:schemeClr>
              </a:solidFill>
              <a:cs typeface="+mn-lt"/>
            </a:endParaRPr>
          </a:p>
        </p:txBody>
      </p:sp>
      <p:sp>
        <p:nvSpPr>
          <p:cNvPr id="25" name="任意多边形: 形状 8"/>
          <p:cNvSpPr/>
          <p:nvPr>
            <p:custDataLst>
              <p:tags r:id="rId10"/>
            </p:custDataLst>
          </p:nvPr>
        </p:nvSpPr>
        <p:spPr>
          <a:xfrm>
            <a:off x="2713481" y="2571860"/>
            <a:ext cx="3726915" cy="1738910"/>
          </a:xfrm>
          <a:custGeom>
            <a:avLst/>
            <a:gdLst>
              <a:gd name="connsiteX0" fmla="*/ 2484360 w 4968848"/>
              <a:gd name="connsiteY0" fmla="*/ 0 h 2318615"/>
              <a:gd name="connsiteX1" fmla="*/ 4965501 w 4968848"/>
              <a:gd name="connsiteY1" fmla="*/ 2253065 h 2318615"/>
              <a:gd name="connsiteX2" fmla="*/ 4968849 w 4968848"/>
              <a:gd name="connsiteY2" fmla="*/ 2318616 h 2318615"/>
              <a:gd name="connsiteX3" fmla="*/ 3839676 w 4968848"/>
              <a:gd name="connsiteY3" fmla="*/ 2318616 h 2318615"/>
              <a:gd name="connsiteX4" fmla="*/ 3833366 w 4968848"/>
              <a:gd name="connsiteY4" fmla="*/ 2192537 h 2318615"/>
              <a:gd name="connsiteX5" fmla="*/ 2122221 w 4968848"/>
              <a:gd name="connsiteY5" fmla="*/ 638637 h 2318615"/>
              <a:gd name="connsiteX6" fmla="*/ 410819 w 4968848"/>
              <a:gd name="connsiteY6" fmla="*/ 2192537 h 2318615"/>
              <a:gd name="connsiteX7" fmla="*/ 404509 w 4968848"/>
              <a:gd name="connsiteY7" fmla="*/ 2318616 h 2318615"/>
              <a:gd name="connsiteX8" fmla="*/ 0 w 4968848"/>
              <a:gd name="connsiteY8" fmla="*/ 2318616 h 2318615"/>
              <a:gd name="connsiteX9" fmla="*/ 3348 w 4968848"/>
              <a:gd name="connsiteY9" fmla="*/ 2253065 h 2318615"/>
              <a:gd name="connsiteX10" fmla="*/ 2484360 w 4968848"/>
              <a:gd name="connsiteY10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68848" h="2318615">
                <a:moveTo>
                  <a:pt x="2484360" y="0"/>
                </a:moveTo>
                <a:cubicBezTo>
                  <a:pt x="3775671" y="0"/>
                  <a:pt x="4837747" y="987511"/>
                  <a:pt x="4965501" y="2253065"/>
                </a:cubicBezTo>
                <a:lnTo>
                  <a:pt x="4968849" y="2318616"/>
                </a:lnTo>
                <a:lnTo>
                  <a:pt x="3839676" y="2318616"/>
                </a:lnTo>
                <a:lnTo>
                  <a:pt x="3833366" y="2192537"/>
                </a:lnTo>
                <a:cubicBezTo>
                  <a:pt x="3745278" y="1319772"/>
                  <a:pt x="3012758" y="638637"/>
                  <a:pt x="2122221" y="638637"/>
                </a:cubicBezTo>
                <a:cubicBezTo>
                  <a:pt x="1231684" y="638637"/>
                  <a:pt x="498907" y="1319772"/>
                  <a:pt x="410819" y="2192537"/>
                </a:cubicBezTo>
                <a:lnTo>
                  <a:pt x="404509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4"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6" name="任意多边形: 形状 10"/>
          <p:cNvSpPr/>
          <p:nvPr>
            <p:custDataLst>
              <p:tags r:id="rId11"/>
            </p:custDataLst>
          </p:nvPr>
        </p:nvSpPr>
        <p:spPr>
          <a:xfrm>
            <a:off x="2713481" y="2571860"/>
            <a:ext cx="3025350" cy="1738910"/>
          </a:xfrm>
          <a:custGeom>
            <a:avLst/>
            <a:gdLst>
              <a:gd name="connsiteX0" fmla="*/ 2484360 w 4033495"/>
              <a:gd name="connsiteY0" fmla="*/ 0 h 2318615"/>
              <a:gd name="connsiteX1" fmla="*/ 3850623 w 4033495"/>
              <a:gd name="connsiteY1" fmla="*/ 409789 h 2318615"/>
              <a:gd name="connsiteX2" fmla="*/ 3948112 w 4033495"/>
              <a:gd name="connsiteY2" fmla="*/ 482294 h 2318615"/>
              <a:gd name="connsiteX3" fmla="*/ 4033495 w 4033495"/>
              <a:gd name="connsiteY3" fmla="*/ 1170383 h 2318615"/>
              <a:gd name="connsiteX4" fmla="*/ 3420744 w 4033495"/>
              <a:gd name="connsiteY4" fmla="*/ 1236964 h 2318615"/>
              <a:gd name="connsiteX5" fmla="*/ 3388291 w 4033495"/>
              <a:gd name="connsiteY5" fmla="*/ 1198072 h 2318615"/>
              <a:gd name="connsiteX6" fmla="*/ 2122092 w 4033495"/>
              <a:gd name="connsiteY6" fmla="*/ 638637 h 2318615"/>
              <a:gd name="connsiteX7" fmla="*/ 410948 w 4033495"/>
              <a:gd name="connsiteY7" fmla="*/ 2192537 h 2318615"/>
              <a:gd name="connsiteX8" fmla="*/ 404637 w 4033495"/>
              <a:gd name="connsiteY8" fmla="*/ 2318616 h 2318615"/>
              <a:gd name="connsiteX9" fmla="*/ 0 w 4033495"/>
              <a:gd name="connsiteY9" fmla="*/ 2318616 h 2318615"/>
              <a:gd name="connsiteX10" fmla="*/ 3348 w 4033495"/>
              <a:gd name="connsiteY10" fmla="*/ 2253065 h 2318615"/>
              <a:gd name="connsiteX11" fmla="*/ 2484360 w 4033495"/>
              <a:gd name="connsiteY11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3495" h="2318615">
                <a:moveTo>
                  <a:pt x="2484360" y="0"/>
                </a:moveTo>
                <a:cubicBezTo>
                  <a:pt x="2988805" y="0"/>
                  <a:pt x="3458220" y="150677"/>
                  <a:pt x="3850623" y="409789"/>
                </a:cubicBezTo>
                <a:lnTo>
                  <a:pt x="3948112" y="482294"/>
                </a:lnTo>
                <a:lnTo>
                  <a:pt x="4033495" y="1170383"/>
                </a:lnTo>
                <a:lnTo>
                  <a:pt x="3420744" y="1236964"/>
                </a:lnTo>
                <a:lnTo>
                  <a:pt x="3388291" y="1198072"/>
                </a:lnTo>
                <a:cubicBezTo>
                  <a:pt x="3073930" y="854220"/>
                  <a:pt x="2623060" y="638637"/>
                  <a:pt x="2122092" y="638637"/>
                </a:cubicBezTo>
                <a:cubicBezTo>
                  <a:pt x="1231555" y="638637"/>
                  <a:pt x="499036" y="1319772"/>
                  <a:pt x="410948" y="2192537"/>
                </a:cubicBezTo>
                <a:lnTo>
                  <a:pt x="404637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3">
              <a:lumMod val="60000"/>
              <a:lumOff val="4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7" name="任意多边形: 形状 11"/>
          <p:cNvSpPr/>
          <p:nvPr>
            <p:custDataLst>
              <p:tags r:id="rId12"/>
            </p:custDataLst>
          </p:nvPr>
        </p:nvSpPr>
        <p:spPr>
          <a:xfrm>
            <a:off x="2713481" y="2590435"/>
            <a:ext cx="1811305" cy="1720334"/>
          </a:xfrm>
          <a:custGeom>
            <a:avLst/>
            <a:gdLst>
              <a:gd name="connsiteX0" fmla="*/ 2152099 w 2414945"/>
              <a:gd name="connsiteY0" fmla="*/ 0 h 2293889"/>
              <a:gd name="connsiteX1" fmla="*/ 2414946 w 2414945"/>
              <a:gd name="connsiteY1" fmla="*/ 306504 h 2293889"/>
              <a:gd name="connsiteX2" fmla="*/ 2173091 w 2414945"/>
              <a:gd name="connsiteY2" fmla="*/ 616615 h 2293889"/>
              <a:gd name="connsiteX3" fmla="*/ 2122092 w 2414945"/>
              <a:gd name="connsiteY3" fmla="*/ 613910 h 2293889"/>
              <a:gd name="connsiteX4" fmla="*/ 410948 w 2414945"/>
              <a:gd name="connsiteY4" fmla="*/ 2167811 h 2293889"/>
              <a:gd name="connsiteX5" fmla="*/ 404637 w 2414945"/>
              <a:gd name="connsiteY5" fmla="*/ 2293889 h 2293889"/>
              <a:gd name="connsiteX6" fmla="*/ 0 w 2414945"/>
              <a:gd name="connsiteY6" fmla="*/ 2293889 h 2293889"/>
              <a:gd name="connsiteX7" fmla="*/ 3348 w 2414945"/>
              <a:gd name="connsiteY7" fmla="*/ 2228339 h 2293889"/>
              <a:gd name="connsiteX8" fmla="*/ 2012369 w 2414945"/>
              <a:gd name="connsiteY8" fmla="*/ 20219 h 2293889"/>
              <a:gd name="connsiteX9" fmla="*/ 2152099 w 2414945"/>
              <a:gd name="connsiteY9" fmla="*/ 0 h 2293889"/>
              <a:gd name="connsiteX10" fmla="*/ 2152099 w 2414945"/>
              <a:gd name="connsiteY10" fmla="*/ 0 h 2293889"/>
              <a:gd name="connsiteX11" fmla="*/ 2152099 w 2414945"/>
              <a:gd name="connsiteY11" fmla="*/ 0 h 229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14945" h="2293889">
                <a:moveTo>
                  <a:pt x="2152099" y="0"/>
                </a:moveTo>
                <a:lnTo>
                  <a:pt x="2414946" y="306504"/>
                </a:lnTo>
                <a:lnTo>
                  <a:pt x="2173091" y="616615"/>
                </a:lnTo>
                <a:lnTo>
                  <a:pt x="2122092" y="613910"/>
                </a:lnTo>
                <a:cubicBezTo>
                  <a:pt x="1231555" y="613910"/>
                  <a:pt x="499036" y="1295046"/>
                  <a:pt x="410948" y="2167811"/>
                </a:cubicBezTo>
                <a:lnTo>
                  <a:pt x="404637" y="2293889"/>
                </a:lnTo>
                <a:lnTo>
                  <a:pt x="0" y="2293889"/>
                </a:lnTo>
                <a:lnTo>
                  <a:pt x="3348" y="2228339"/>
                </a:lnTo>
                <a:cubicBezTo>
                  <a:pt x="115132" y="1121059"/>
                  <a:pt x="942179" y="226530"/>
                  <a:pt x="2012369" y="20219"/>
                </a:cubicBezTo>
                <a:lnTo>
                  <a:pt x="2152099" y="0"/>
                </a:lnTo>
                <a:lnTo>
                  <a:pt x="2152099" y="0"/>
                </a:lnTo>
                <a:lnTo>
                  <a:pt x="215209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9" name="任意多边形: 形状 12"/>
          <p:cNvSpPr/>
          <p:nvPr>
            <p:custDataLst>
              <p:tags r:id="rId13"/>
            </p:custDataLst>
          </p:nvPr>
        </p:nvSpPr>
        <p:spPr>
          <a:xfrm>
            <a:off x="2713481" y="3094819"/>
            <a:ext cx="766816" cy="1215951"/>
          </a:xfrm>
          <a:custGeom>
            <a:avLst/>
            <a:gdLst>
              <a:gd name="connsiteX0" fmla="*/ 759564 w 1022539"/>
              <a:gd name="connsiteY0" fmla="*/ 0 h 1620867"/>
              <a:gd name="connsiteX1" fmla="*/ 990859 w 1022539"/>
              <a:gd name="connsiteY1" fmla="*/ 0 h 1620867"/>
              <a:gd name="connsiteX2" fmla="*/ 1022540 w 1022539"/>
              <a:gd name="connsiteY2" fmla="*/ 342950 h 1620867"/>
              <a:gd name="connsiteX3" fmla="*/ 965489 w 1022539"/>
              <a:gd name="connsiteY3" fmla="*/ 390600 h 1620867"/>
              <a:gd name="connsiteX4" fmla="*/ 410819 w 1022539"/>
              <a:gd name="connsiteY4" fmla="*/ 1494789 h 1620867"/>
              <a:gd name="connsiteX5" fmla="*/ 404509 w 1022539"/>
              <a:gd name="connsiteY5" fmla="*/ 1620868 h 1620867"/>
              <a:gd name="connsiteX6" fmla="*/ 0 w 1022539"/>
              <a:gd name="connsiteY6" fmla="*/ 1620868 h 1620867"/>
              <a:gd name="connsiteX7" fmla="*/ 3348 w 1022539"/>
              <a:gd name="connsiteY7" fmla="*/ 1555317 h 1620867"/>
              <a:gd name="connsiteX8" fmla="*/ 751322 w 1022539"/>
              <a:gd name="connsiteY8" fmla="*/ 7341 h 1620867"/>
              <a:gd name="connsiteX9" fmla="*/ 759564 w 1022539"/>
              <a:gd name="connsiteY9" fmla="*/ 0 h 1620867"/>
              <a:gd name="connsiteX10" fmla="*/ 759564 w 1022539"/>
              <a:gd name="connsiteY10" fmla="*/ 0 h 1620867"/>
              <a:gd name="connsiteX11" fmla="*/ 759564 w 1022539"/>
              <a:gd name="connsiteY11" fmla="*/ 0 h 16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2539" h="1620867">
                <a:moveTo>
                  <a:pt x="759564" y="0"/>
                </a:moveTo>
                <a:lnTo>
                  <a:pt x="990859" y="0"/>
                </a:lnTo>
                <a:lnTo>
                  <a:pt x="1022540" y="342950"/>
                </a:lnTo>
                <a:lnTo>
                  <a:pt x="965489" y="390600"/>
                </a:lnTo>
                <a:cubicBezTo>
                  <a:pt x="660015" y="669931"/>
                  <a:pt x="454863" y="1058471"/>
                  <a:pt x="410819" y="1494789"/>
                </a:cubicBezTo>
                <a:lnTo>
                  <a:pt x="404509" y="1620868"/>
                </a:lnTo>
                <a:lnTo>
                  <a:pt x="0" y="1620868"/>
                </a:lnTo>
                <a:lnTo>
                  <a:pt x="3348" y="1555317"/>
                </a:lnTo>
                <a:cubicBezTo>
                  <a:pt x="64520" y="949777"/>
                  <a:pt x="339473" y="407857"/>
                  <a:pt x="751322" y="7341"/>
                </a:cubicBezTo>
                <a:lnTo>
                  <a:pt x="759564" y="0"/>
                </a:lnTo>
                <a:lnTo>
                  <a:pt x="759564" y="0"/>
                </a:lnTo>
                <a:lnTo>
                  <a:pt x="75956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0" name="任意多边形: 形状 16"/>
          <p:cNvSpPr/>
          <p:nvPr>
            <p:custDataLst>
              <p:tags r:id="rId14"/>
            </p:custDataLst>
          </p:nvPr>
        </p:nvSpPr>
        <p:spPr>
          <a:xfrm>
            <a:off x="2708241" y="4308389"/>
            <a:ext cx="309101" cy="38638"/>
          </a:xfrm>
          <a:custGeom>
            <a:avLst/>
            <a:gdLst>
              <a:gd name="connsiteX0" fmla="*/ 0 w 412106"/>
              <a:gd name="connsiteY0" fmla="*/ 0 h 51513"/>
              <a:gd name="connsiteX1" fmla="*/ 412107 w 412106"/>
              <a:gd name="connsiteY1" fmla="*/ 0 h 51513"/>
              <a:gd name="connsiteX2" fmla="*/ 412107 w 412106"/>
              <a:gd name="connsiteY2" fmla="*/ 51513 h 51513"/>
              <a:gd name="connsiteX3" fmla="*/ 0 w 412106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6" h="51513">
                <a:moveTo>
                  <a:pt x="0" y="0"/>
                </a:moveTo>
                <a:lnTo>
                  <a:pt x="412107" y="0"/>
                </a:lnTo>
                <a:lnTo>
                  <a:pt x="412107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1" name="任意多边形: 形状 21"/>
          <p:cNvSpPr/>
          <p:nvPr>
            <p:custDataLst>
              <p:tags r:id="rId15"/>
            </p:custDataLst>
          </p:nvPr>
        </p:nvSpPr>
        <p:spPr>
          <a:xfrm>
            <a:off x="5591183" y="4298863"/>
            <a:ext cx="850029" cy="38638"/>
          </a:xfrm>
          <a:custGeom>
            <a:avLst/>
            <a:gdLst>
              <a:gd name="connsiteX0" fmla="*/ 0 w 1133293"/>
              <a:gd name="connsiteY0" fmla="*/ 0 h 51513"/>
              <a:gd name="connsiteX1" fmla="*/ 1133294 w 1133293"/>
              <a:gd name="connsiteY1" fmla="*/ 0 h 51513"/>
              <a:gd name="connsiteX2" fmla="*/ 1133294 w 1133293"/>
              <a:gd name="connsiteY2" fmla="*/ 51513 h 51513"/>
              <a:gd name="connsiteX3" fmla="*/ 0 w 1133293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293" h="51513">
                <a:moveTo>
                  <a:pt x="0" y="0"/>
                </a:moveTo>
                <a:lnTo>
                  <a:pt x="1133294" y="0"/>
                </a:lnTo>
                <a:lnTo>
                  <a:pt x="1133294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4"/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zh-CN" altLang="en-US" sz="1350">
              <a:solidFill>
                <a:schemeClr val="tx1"/>
              </a:solidFill>
            </a:endParaRPr>
          </a:p>
        </p:txBody>
      </p:sp>
      <p:pic>
        <p:nvPicPr>
          <p:cNvPr id="32" name="图形 2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190911" y="2812383"/>
            <a:ext cx="986858" cy="1597771"/>
          </a:xfrm>
          <a:custGeom>
            <a:avLst/>
            <a:gdLst>
              <a:gd name="connsiteX0" fmla="*/ 209551 w 1315720"/>
              <a:gd name="connsiteY0" fmla="*/ 1769534 h 2130213"/>
              <a:gd name="connsiteX1" fmla="*/ 71121 w 1315720"/>
              <a:gd name="connsiteY1" fmla="*/ 1907964 h 2130213"/>
              <a:gd name="connsiteX2" fmla="*/ 209551 w 1315720"/>
              <a:gd name="connsiteY2" fmla="*/ 2046394 h 2130213"/>
              <a:gd name="connsiteX3" fmla="*/ 347981 w 1315720"/>
              <a:gd name="connsiteY3" fmla="*/ 1907964 h 2130213"/>
              <a:gd name="connsiteX4" fmla="*/ 209551 w 1315720"/>
              <a:gd name="connsiteY4" fmla="*/ 1769534 h 2130213"/>
              <a:gd name="connsiteX5" fmla="*/ 0 w 1315720"/>
              <a:gd name="connsiteY5" fmla="*/ 0 h 2130213"/>
              <a:gd name="connsiteX6" fmla="*/ 1315720 w 1315720"/>
              <a:gd name="connsiteY6" fmla="*/ 0 h 2130213"/>
              <a:gd name="connsiteX7" fmla="*/ 1315720 w 1315720"/>
              <a:gd name="connsiteY7" fmla="*/ 2130213 h 2130213"/>
              <a:gd name="connsiteX8" fmla="*/ 0 w 1315720"/>
              <a:gd name="connsiteY8" fmla="*/ 2130213 h 213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5720" h="2130213">
                <a:moveTo>
                  <a:pt x="209551" y="1769534"/>
                </a:moveTo>
                <a:cubicBezTo>
                  <a:pt x="133098" y="1769534"/>
                  <a:pt x="71121" y="1831511"/>
                  <a:pt x="71121" y="1907964"/>
                </a:cubicBezTo>
                <a:cubicBezTo>
                  <a:pt x="71121" y="1984417"/>
                  <a:pt x="133098" y="2046394"/>
                  <a:pt x="209551" y="2046394"/>
                </a:cubicBezTo>
                <a:cubicBezTo>
                  <a:pt x="286004" y="2046394"/>
                  <a:pt x="347981" y="1984417"/>
                  <a:pt x="347981" y="1907964"/>
                </a:cubicBezTo>
                <a:cubicBezTo>
                  <a:pt x="347981" y="1831511"/>
                  <a:pt x="286004" y="1769534"/>
                  <a:pt x="209551" y="1769534"/>
                </a:cubicBezTo>
                <a:close/>
                <a:moveTo>
                  <a:pt x="0" y="0"/>
                </a:moveTo>
                <a:lnTo>
                  <a:pt x="1315720" y="0"/>
                </a:lnTo>
                <a:lnTo>
                  <a:pt x="1315720" y="2130213"/>
                </a:lnTo>
                <a:lnTo>
                  <a:pt x="0" y="2130213"/>
                </a:lnTo>
                <a:close/>
              </a:path>
            </a:pathLst>
          </a:custGeom>
        </p:spPr>
      </p:pic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747" y="295804"/>
            <a:ext cx="8100000" cy="594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总体算法流程</a:t>
            </a:r>
            <a:endParaRPr lang="zh-CN" altLang="en-US" dirty="0"/>
          </a:p>
        </p:txBody>
      </p:sp>
      <p:sp useBgFill="1">
        <p:nvSpPr>
          <p:cNvPr id="2" name="燕尾形 60"/>
          <p:cNvSpPr/>
          <p:nvPr>
            <p:custDataLst>
              <p:tags r:id="rId2"/>
            </p:custDataLst>
          </p:nvPr>
        </p:nvSpPr>
        <p:spPr>
          <a:xfrm>
            <a:off x="6767513" y="1443514"/>
            <a:ext cx="1740218" cy="2795588"/>
          </a:xfrm>
          <a:prstGeom prst="chevron">
            <a:avLst>
              <a:gd name="adj" fmla="val 17570"/>
            </a:avLst>
          </a:prstGeom>
          <a:ln w="3175">
            <a:noFill/>
          </a:ln>
          <a:effectLst>
            <a:outerShdw blurRad="317500" dist="228600" sx="87000" sy="87000" algn="l" rotWithShape="0">
              <a:schemeClr val="accent5"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7627" tIns="0" r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5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4" name="燕尾形 60"/>
          <p:cNvSpPr/>
          <p:nvPr>
            <p:custDataLst>
              <p:tags r:id="rId3"/>
            </p:custDataLst>
          </p:nvPr>
        </p:nvSpPr>
        <p:spPr>
          <a:xfrm>
            <a:off x="6767513" y="1442085"/>
            <a:ext cx="1740218" cy="2795588"/>
          </a:xfrm>
          <a:prstGeom prst="chevron">
            <a:avLst>
              <a:gd name="adj" fmla="val 1757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solidFill>
              <a:schemeClr val="accent5">
                <a:alpha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9000" tIns="0" rIns="0" bIns="0" numCol="1" spcCol="0" rtlCol="0" fromWordArt="0" anchor="ctr" anchorCtr="0" forceAA="0" compatLnSpc="1">
            <a:noAutofit/>
          </a:bodyPr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来源分类：判断车灯蓝光、反光蓝光或环境干扰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12" name="图片 16" descr="343439383331313b343532303033323bd3a6d3c3b9dcc0ed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1403" y="1566386"/>
            <a:ext cx="269558" cy="269558"/>
          </a:xfrm>
          <a:prstGeom prst="rect">
            <a:avLst/>
          </a:prstGeom>
        </p:spPr>
      </p:pic>
      <p:cxnSp>
        <p:nvCxnSpPr>
          <p:cNvPr id="13" name="直接连接符 2"/>
          <p:cNvCxnSpPr/>
          <p:nvPr>
            <p:custDataLst>
              <p:tags r:id="rId7"/>
            </p:custDataLst>
          </p:nvPr>
        </p:nvCxnSpPr>
        <p:spPr>
          <a:xfrm>
            <a:off x="6883718" y="1979295"/>
            <a:ext cx="1436370" cy="0"/>
          </a:xfrm>
          <a:prstGeom prst="line">
            <a:avLst/>
          </a:prstGeom>
          <a:ln w="3175" cap="flat">
            <a:solidFill>
              <a:schemeClr val="accent5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燕尾形 60"/>
          <p:cNvSpPr/>
          <p:nvPr>
            <p:custDataLst>
              <p:tags r:id="rId8"/>
            </p:custDataLst>
          </p:nvPr>
        </p:nvSpPr>
        <p:spPr>
          <a:xfrm>
            <a:off x="5220653" y="1443514"/>
            <a:ext cx="1740218" cy="2795588"/>
          </a:xfrm>
          <a:prstGeom prst="chevron">
            <a:avLst>
              <a:gd name="adj" fmla="val 17570"/>
            </a:avLst>
          </a:prstGeom>
          <a:ln w="3175">
            <a:noFill/>
          </a:ln>
          <a:effectLst>
            <a:outerShdw blurRad="317500" dist="228600" sx="87000" sy="87000" algn="l" rotWithShape="0">
              <a:schemeClr val="accent4"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7627" tIns="0" r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5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20" name="燕尾形 60"/>
          <p:cNvSpPr/>
          <p:nvPr>
            <p:custDataLst>
              <p:tags r:id="rId9"/>
            </p:custDataLst>
          </p:nvPr>
        </p:nvSpPr>
        <p:spPr>
          <a:xfrm>
            <a:off x="5220653" y="1442085"/>
            <a:ext cx="1740218" cy="2795588"/>
          </a:xfrm>
          <a:prstGeom prst="chevron">
            <a:avLst>
              <a:gd name="adj" fmla="val 1757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solidFill>
              <a:schemeClr val="accent4">
                <a:alpha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9000" tIns="0" rIns="0" bIns="0" numCol="1" spcCol="0" rtlCol="0" fromWordArt="0" anchor="ctr" anchorCtr="0" forceAA="0" compatLnSpc="1">
            <a:noAutofit/>
          </a:bodyPr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车辆补检：用成对车灯反推远处小车候选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21" name="直接连接符 29"/>
          <p:cNvCxnSpPr/>
          <p:nvPr>
            <p:custDataLst>
              <p:tags r:id="rId10"/>
            </p:custDataLst>
          </p:nvPr>
        </p:nvCxnSpPr>
        <p:spPr>
          <a:xfrm>
            <a:off x="5336858" y="1979295"/>
            <a:ext cx="1436370" cy="0"/>
          </a:xfrm>
          <a:prstGeom prst="line">
            <a:avLst/>
          </a:prstGeom>
          <a:ln w="3175" cap="flat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燕尾形 60"/>
          <p:cNvSpPr/>
          <p:nvPr>
            <p:custDataLst>
              <p:tags r:id="rId11"/>
            </p:custDataLst>
          </p:nvPr>
        </p:nvSpPr>
        <p:spPr>
          <a:xfrm>
            <a:off x="3673793" y="1443514"/>
            <a:ext cx="1740218" cy="2795588"/>
          </a:xfrm>
          <a:prstGeom prst="chevron">
            <a:avLst>
              <a:gd name="adj" fmla="val 17570"/>
            </a:avLst>
          </a:prstGeom>
          <a:ln w="3175">
            <a:noFill/>
          </a:ln>
          <a:effectLst>
            <a:outerShdw blurRad="317500" dist="228600" sx="87000" sy="87000" algn="l" rotWithShape="0">
              <a:schemeClr val="accent3"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7627" tIns="0" r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5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23" name="燕尾形 60"/>
          <p:cNvSpPr/>
          <p:nvPr>
            <p:custDataLst>
              <p:tags r:id="rId12"/>
            </p:custDataLst>
          </p:nvPr>
        </p:nvSpPr>
        <p:spPr>
          <a:xfrm>
            <a:off x="3673793" y="1442085"/>
            <a:ext cx="1740218" cy="2795588"/>
          </a:xfrm>
          <a:prstGeom prst="chevron">
            <a:avLst>
              <a:gd name="adj" fmla="val 1757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solidFill>
              <a:schemeClr val="accent3">
                <a:alpha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9000" tIns="0" rIns="0" bIns="0" numCol="1" spcCol="0" rtlCol="0" fromWordArt="0" anchor="ctr" anchorCtr="0" forceAA="0" compatLnSpc="1">
            <a:noAutofit/>
          </a:bodyPr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蓝光候选提取：从亮度和局部对比度中提取高亮光斑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24" name="直接连接符 35"/>
          <p:cNvCxnSpPr/>
          <p:nvPr>
            <p:custDataLst>
              <p:tags r:id="rId13"/>
            </p:custDataLst>
          </p:nvPr>
        </p:nvCxnSpPr>
        <p:spPr>
          <a:xfrm>
            <a:off x="3789998" y="1979295"/>
            <a:ext cx="1436370" cy="0"/>
          </a:xfrm>
          <a:prstGeom prst="line">
            <a:avLst/>
          </a:prstGeom>
          <a:ln w="3175" cap="flat">
            <a:solidFill>
              <a:schemeClr val="accent3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燕尾形 60"/>
          <p:cNvSpPr/>
          <p:nvPr>
            <p:custDataLst>
              <p:tags r:id="rId14"/>
            </p:custDataLst>
          </p:nvPr>
        </p:nvSpPr>
        <p:spPr>
          <a:xfrm>
            <a:off x="2126933" y="1443514"/>
            <a:ext cx="1740218" cy="2795588"/>
          </a:xfrm>
          <a:prstGeom prst="chevron">
            <a:avLst>
              <a:gd name="adj" fmla="val 17570"/>
            </a:avLst>
          </a:prstGeom>
          <a:ln w="3175">
            <a:noFill/>
          </a:ln>
          <a:effectLst>
            <a:outerShdw blurRad="317500" dist="228600" sx="87000" sy="87000" algn="l" rotWithShape="0">
              <a:schemeClr val="accent2"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7627" tIns="0" r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5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28" name="燕尾形 60"/>
          <p:cNvSpPr/>
          <p:nvPr>
            <p:custDataLst>
              <p:tags r:id="rId15"/>
            </p:custDataLst>
          </p:nvPr>
        </p:nvSpPr>
        <p:spPr>
          <a:xfrm>
            <a:off x="2126933" y="1442085"/>
            <a:ext cx="1740218" cy="2795588"/>
          </a:xfrm>
          <a:prstGeom prst="chevron">
            <a:avLst>
              <a:gd name="adj" fmla="val 1757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solidFill>
              <a:schemeClr val="accent2">
                <a:alpha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9000" tIns="0" rIns="0" bIns="0" numCol="1" spcCol="0" rtlCol="0" fromWordArt="0" anchor="ctr" anchorCtr="0" forceAA="0" compatLnSpc="1">
            <a:noAutofit/>
          </a:bodyPr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车辆检测：使用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YOLOv8n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检测明显车辆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29" name="直接连接符 50"/>
          <p:cNvCxnSpPr/>
          <p:nvPr>
            <p:custDataLst>
              <p:tags r:id="rId16"/>
            </p:custDataLst>
          </p:nvPr>
        </p:nvCxnSpPr>
        <p:spPr>
          <a:xfrm>
            <a:off x="2243138" y="1979295"/>
            <a:ext cx="1436370" cy="0"/>
          </a:xfrm>
          <a:prstGeom prst="line">
            <a:avLst/>
          </a:prstGeom>
          <a:ln w="3175" cap="flat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燕尾形 60"/>
          <p:cNvSpPr/>
          <p:nvPr>
            <p:custDataLst>
              <p:tags r:id="rId17"/>
            </p:custDataLst>
          </p:nvPr>
        </p:nvSpPr>
        <p:spPr>
          <a:xfrm>
            <a:off x="580073" y="1443514"/>
            <a:ext cx="1740218" cy="2795588"/>
          </a:xfrm>
          <a:prstGeom prst="chevron">
            <a:avLst>
              <a:gd name="adj" fmla="val 17570"/>
            </a:avLst>
          </a:prstGeom>
          <a:ln w="3175">
            <a:noFill/>
          </a:ln>
          <a:effectLst>
            <a:outerShdw blurRad="317500" dist="228600" sx="87000" sy="87000" algn="l" rotWithShape="0">
              <a:schemeClr val="accent1"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7627" tIns="0" r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5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41" name="燕尾形 60"/>
          <p:cNvSpPr/>
          <p:nvPr>
            <p:custDataLst>
              <p:tags r:id="rId18"/>
            </p:custDataLst>
          </p:nvPr>
        </p:nvSpPr>
        <p:spPr>
          <a:xfrm>
            <a:off x="580073" y="1442085"/>
            <a:ext cx="1740218" cy="2795588"/>
          </a:xfrm>
          <a:prstGeom prst="chevron">
            <a:avLst>
              <a:gd name="adj" fmla="val 1757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solidFill>
              <a:schemeClr val="accent1">
                <a:alpha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9000" tIns="0" rIns="0" bIns="0" numCol="1" spcCol="0" rtlCol="0" fromWordArt="0" anchor="ctr" anchorCtr="0" forceAA="0" compatLnSpc="1">
            <a:noAutofit/>
          </a:bodyPr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图像预处理：去噪、亮度增强、提升夜间局部对比度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42" name="直接连接符 59"/>
          <p:cNvCxnSpPr/>
          <p:nvPr>
            <p:custDataLst>
              <p:tags r:id="rId19"/>
            </p:custDataLst>
          </p:nvPr>
        </p:nvCxnSpPr>
        <p:spPr>
          <a:xfrm>
            <a:off x="696278" y="1979295"/>
            <a:ext cx="1436370" cy="0"/>
          </a:xfrm>
          <a:prstGeom prst="line">
            <a:avLst/>
          </a:prstGeom>
          <a:ln w="3175" cap="flat">
            <a:solidFill>
              <a:schemeClr val="accent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5"/>
          <p:cNvCxnSpPr/>
          <p:nvPr>
            <p:custDataLst>
              <p:tags r:id="rId20"/>
            </p:custDataLst>
          </p:nvPr>
        </p:nvCxnSpPr>
        <p:spPr>
          <a:xfrm>
            <a:off x="6888004" y="3683794"/>
            <a:ext cx="1436370" cy="0"/>
          </a:xfrm>
          <a:prstGeom prst="line">
            <a:avLst/>
          </a:prstGeom>
          <a:ln w="3175" cap="flat">
            <a:solidFill>
              <a:schemeClr val="accent5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6"/>
          <p:cNvCxnSpPr/>
          <p:nvPr>
            <p:custDataLst>
              <p:tags r:id="rId21"/>
            </p:custDataLst>
          </p:nvPr>
        </p:nvCxnSpPr>
        <p:spPr>
          <a:xfrm>
            <a:off x="5341144" y="3683794"/>
            <a:ext cx="1436370" cy="0"/>
          </a:xfrm>
          <a:prstGeom prst="line">
            <a:avLst/>
          </a:prstGeom>
          <a:ln w="3175" cap="flat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7"/>
          <p:cNvCxnSpPr/>
          <p:nvPr>
            <p:custDataLst>
              <p:tags r:id="rId22"/>
            </p:custDataLst>
          </p:nvPr>
        </p:nvCxnSpPr>
        <p:spPr>
          <a:xfrm>
            <a:off x="3794284" y="3683794"/>
            <a:ext cx="1436370" cy="0"/>
          </a:xfrm>
          <a:prstGeom prst="line">
            <a:avLst/>
          </a:prstGeom>
          <a:ln w="3175" cap="flat">
            <a:solidFill>
              <a:schemeClr val="accent3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8"/>
          <p:cNvCxnSpPr/>
          <p:nvPr>
            <p:custDataLst>
              <p:tags r:id="rId23"/>
            </p:custDataLst>
          </p:nvPr>
        </p:nvCxnSpPr>
        <p:spPr>
          <a:xfrm>
            <a:off x="2247424" y="3683794"/>
            <a:ext cx="1436370" cy="0"/>
          </a:xfrm>
          <a:prstGeom prst="line">
            <a:avLst/>
          </a:prstGeom>
          <a:ln w="3175" cap="flat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9"/>
          <p:cNvCxnSpPr/>
          <p:nvPr>
            <p:custDataLst>
              <p:tags r:id="rId24"/>
            </p:custDataLst>
          </p:nvPr>
        </p:nvCxnSpPr>
        <p:spPr>
          <a:xfrm>
            <a:off x="700564" y="3683794"/>
            <a:ext cx="1436370" cy="0"/>
          </a:xfrm>
          <a:prstGeom prst="line">
            <a:avLst/>
          </a:prstGeom>
          <a:ln w="3175" cap="flat">
            <a:solidFill>
              <a:schemeClr val="accent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10"/>
          <p:cNvSpPr/>
          <p:nvPr>
            <p:custDataLst>
              <p:tags r:id="rId25"/>
            </p:custDataLst>
          </p:nvPr>
        </p:nvSpPr>
        <p:spPr>
          <a:xfrm>
            <a:off x="3807143" y="3746659"/>
            <a:ext cx="1290161" cy="43386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225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03</a:t>
            </a:r>
            <a:endParaRPr lang="en-US" sz="225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  <p:sp>
        <p:nvSpPr>
          <p:cNvPr id="50" name="矩形 14"/>
          <p:cNvSpPr/>
          <p:nvPr>
            <p:custDataLst>
              <p:tags r:id="rId26"/>
            </p:custDataLst>
          </p:nvPr>
        </p:nvSpPr>
        <p:spPr>
          <a:xfrm>
            <a:off x="2260283" y="3746659"/>
            <a:ext cx="1290161" cy="43386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225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02</a:t>
            </a:r>
            <a:endParaRPr lang="en-US" sz="2250" b="1" dirty="0">
              <a:solidFill>
                <a:schemeClr val="accent2"/>
              </a:solidFill>
              <a:uFillTx/>
              <a:latin typeface="+mn-ea"/>
              <a:sym typeface="+mn-ea"/>
            </a:endParaRPr>
          </a:p>
        </p:txBody>
      </p:sp>
      <p:sp>
        <p:nvSpPr>
          <p:cNvPr id="52" name="矩形 16"/>
          <p:cNvSpPr/>
          <p:nvPr>
            <p:custDataLst>
              <p:tags r:id="rId27"/>
            </p:custDataLst>
          </p:nvPr>
        </p:nvSpPr>
        <p:spPr>
          <a:xfrm>
            <a:off x="713423" y="3746659"/>
            <a:ext cx="1290161" cy="43386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225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01</a:t>
            </a:r>
            <a:endParaRPr lang="en-US" sz="225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54" name="矩形 17"/>
          <p:cNvSpPr/>
          <p:nvPr>
            <p:custDataLst>
              <p:tags r:id="rId28"/>
            </p:custDataLst>
          </p:nvPr>
        </p:nvSpPr>
        <p:spPr>
          <a:xfrm>
            <a:off x="5354003" y="3746659"/>
            <a:ext cx="1290161" cy="43386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2250" b="1" dirty="0">
                <a:solidFill>
                  <a:schemeClr val="accent4"/>
                </a:solidFill>
                <a:uFillTx/>
                <a:latin typeface="+mn-ea"/>
                <a:sym typeface="+mn-ea"/>
              </a:rPr>
              <a:t>04</a:t>
            </a:r>
            <a:endParaRPr lang="en-US" sz="2250" b="1" dirty="0">
              <a:solidFill>
                <a:schemeClr val="accent4"/>
              </a:solidFill>
              <a:uFillTx/>
              <a:latin typeface="+mn-ea"/>
              <a:sym typeface="+mn-ea"/>
            </a:endParaRPr>
          </a:p>
        </p:txBody>
      </p:sp>
      <p:pic>
        <p:nvPicPr>
          <p:cNvPr id="55" name="图片 5" descr="343435383037343b343532333833373bb9abcbbe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23486" y="1566386"/>
            <a:ext cx="269573" cy="269573"/>
          </a:xfrm>
          <a:prstGeom prst="rect">
            <a:avLst/>
          </a:prstGeom>
        </p:spPr>
      </p:pic>
      <p:pic>
        <p:nvPicPr>
          <p:cNvPr id="56" name="图片 3" descr="343439383331313b343532303031393bd2b5bca8b9dcc0ed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770823" y="1575911"/>
            <a:ext cx="270000" cy="270000"/>
          </a:xfrm>
          <a:prstGeom prst="rect">
            <a:avLst/>
          </a:prstGeom>
        </p:spPr>
      </p:pic>
      <p:pic>
        <p:nvPicPr>
          <p:cNvPr id="58" name="图片 4" descr="343439383331313b343532303032303bb8f6c8cbd0c5cfa2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355783" y="1566386"/>
            <a:ext cx="243000" cy="243000"/>
          </a:xfrm>
          <a:prstGeom prst="rect">
            <a:avLst/>
          </a:prstGeom>
        </p:spPr>
      </p:pic>
      <p:pic>
        <p:nvPicPr>
          <p:cNvPr id="59" name="图片 12" descr="343439383331313b343532303032383bbfcdbba7b9dcc0ed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64543" y="1571149"/>
            <a:ext cx="270000" cy="270000"/>
          </a:xfrm>
          <a:prstGeom prst="rect">
            <a:avLst/>
          </a:prstGeom>
        </p:spPr>
      </p:pic>
      <p:sp>
        <p:nvSpPr>
          <p:cNvPr id="62" name="矩形 18"/>
          <p:cNvSpPr/>
          <p:nvPr>
            <p:custDataLst>
              <p:tags r:id="rId41"/>
            </p:custDataLst>
          </p:nvPr>
        </p:nvSpPr>
        <p:spPr>
          <a:xfrm>
            <a:off x="6901339" y="3746659"/>
            <a:ext cx="1290161" cy="43386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2250" b="1" dirty="0">
                <a:solidFill>
                  <a:schemeClr val="accent5"/>
                </a:solidFill>
                <a:uFillTx/>
                <a:latin typeface="+mn-ea"/>
                <a:sym typeface="+mn-ea"/>
              </a:rPr>
              <a:t>05</a:t>
            </a:r>
            <a:endParaRPr lang="en-US" sz="2250" b="1" dirty="0">
              <a:solidFill>
                <a:schemeClr val="accent5"/>
              </a:solidFill>
              <a:uFillTx/>
              <a:latin typeface="+mn-ea"/>
              <a:sym typeface="+mn-ea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图像预处理与蓝光候选</a:t>
            </a:r>
            <a:endParaRPr lang="zh-CN" altLang="en-US"/>
          </a:p>
        </p:txBody>
      </p:sp>
      <p:sp>
        <p:nvSpPr>
          <p:cNvPr id="4" name="任意多边形 14"/>
          <p:cNvSpPr/>
          <p:nvPr>
            <p:custDataLst>
              <p:tags r:id="rId2"/>
            </p:custDataLst>
          </p:nvPr>
        </p:nvSpPr>
        <p:spPr>
          <a:xfrm rot="5400000" flipH="1">
            <a:off x="4787504" y="867787"/>
            <a:ext cx="3512344" cy="4171950"/>
          </a:xfrm>
          <a:custGeom>
            <a:avLst/>
            <a:gdLst>
              <a:gd name="adj1" fmla="val 4467"/>
              <a:gd name="adj2" fmla="val 0"/>
              <a:gd name="a1" fmla="pin 0 adj1 50000"/>
              <a:gd name="a2" fmla="pin 0 adj2 50000"/>
              <a:gd name="tx1" fmla="*/ ss a1 100000"/>
              <a:gd name="tx2" fmla="+- r 0 tx1"/>
              <a:gd name="bx1" fmla="*/ ss a2 100000"/>
              <a:gd name="bx2" fmla="+- r 0 bx1"/>
              <a:gd name="by1" fmla="+- b 0 bx1"/>
              <a:gd name="d" fmla="+- tx1 0 bx1"/>
              <a:gd name="tdx" fmla="*/ tx1 29289 100000"/>
              <a:gd name="bdx" fmla="*/ bx1 29289 100000"/>
              <a:gd name="il" fmla="?: d tdx bdx"/>
              <a:gd name="ir" fmla="+- r 0 il"/>
              <a:gd name="ib" fmla="+- b 0 bdx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7375" h="8760">
                <a:moveTo>
                  <a:pt x="329" y="0"/>
                </a:moveTo>
                <a:lnTo>
                  <a:pt x="7046" y="0"/>
                </a:lnTo>
                <a:cubicBezTo>
                  <a:pt x="7228" y="0"/>
                  <a:pt x="7375" y="147"/>
                  <a:pt x="7375" y="329"/>
                </a:cubicBezTo>
                <a:lnTo>
                  <a:pt x="7375" y="8264"/>
                </a:lnTo>
                <a:lnTo>
                  <a:pt x="456" y="8264"/>
                </a:lnTo>
                <a:lnTo>
                  <a:pt x="456" y="8760"/>
                </a:lnTo>
                <a:lnTo>
                  <a:pt x="0" y="8760"/>
                </a:lnTo>
                <a:lnTo>
                  <a:pt x="0" y="329"/>
                </a:lnTo>
                <a:cubicBezTo>
                  <a:pt x="0" y="147"/>
                  <a:pt x="147" y="0"/>
                  <a:pt x="32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10000"/>
            </a:schemeClr>
          </a:solidFill>
          <a:ln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431958" tIns="0" rIns="8096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 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任意多边形 15"/>
          <p:cNvSpPr/>
          <p:nvPr>
            <p:custDataLst>
              <p:tags r:id="rId3"/>
            </p:custDataLst>
          </p:nvPr>
        </p:nvSpPr>
        <p:spPr>
          <a:xfrm rot="16200000">
            <a:off x="870347" y="663952"/>
            <a:ext cx="3486626" cy="4171950"/>
          </a:xfrm>
          <a:custGeom>
            <a:avLst/>
            <a:gdLst>
              <a:gd name="connsiteX0" fmla="*/ 0 w 7321"/>
              <a:gd name="connsiteY0" fmla="*/ 8760 h 8760"/>
              <a:gd name="connsiteX1" fmla="*/ 0 w 7321"/>
              <a:gd name="connsiteY1" fmla="*/ 329 h 8760"/>
              <a:gd name="connsiteX2" fmla="*/ 326 w 7321"/>
              <a:gd name="connsiteY2" fmla="*/ 0 h 8760"/>
              <a:gd name="connsiteX3" fmla="*/ 6980 w 7321"/>
              <a:gd name="connsiteY3" fmla="*/ 0 h 8760"/>
              <a:gd name="connsiteX4" fmla="*/ 7306 w 7321"/>
              <a:gd name="connsiteY4" fmla="*/ 329 h 8760"/>
              <a:gd name="connsiteX5" fmla="*/ 7321 w 7321"/>
              <a:gd name="connsiteY5" fmla="*/ 8745 h 8760"/>
              <a:gd name="connsiteX6" fmla="*/ 6916 w 7321"/>
              <a:gd name="connsiteY6" fmla="*/ 8747 h 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21" h="8760">
                <a:moveTo>
                  <a:pt x="0" y="8760"/>
                </a:moveTo>
                <a:lnTo>
                  <a:pt x="0" y="329"/>
                </a:lnTo>
                <a:cubicBezTo>
                  <a:pt x="0" y="147"/>
                  <a:pt x="146" y="0"/>
                  <a:pt x="326" y="0"/>
                </a:cubicBezTo>
                <a:lnTo>
                  <a:pt x="6980" y="0"/>
                </a:lnTo>
                <a:cubicBezTo>
                  <a:pt x="7160" y="0"/>
                  <a:pt x="7306" y="147"/>
                  <a:pt x="7306" y="329"/>
                </a:cubicBezTo>
                <a:lnTo>
                  <a:pt x="7321" y="8745"/>
                </a:lnTo>
                <a:cubicBezTo>
                  <a:pt x="7186" y="8745"/>
                  <a:pt x="7055" y="8750"/>
                  <a:pt x="6916" y="8747"/>
                </a:cubicBezTo>
              </a:path>
            </a:pathLst>
          </a:custGeom>
          <a:solidFill>
            <a:schemeClr val="accent1">
              <a:lumMod val="40000"/>
              <a:lumOff val="60000"/>
              <a:alpha val="10000"/>
            </a:schemeClr>
          </a:solidFill>
          <a:ln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431958" tIns="0" rIns="8096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任意多边形 21"/>
          <p:cNvSpPr/>
          <p:nvPr>
            <p:custDataLst>
              <p:tags r:id="rId4"/>
            </p:custDataLst>
          </p:nvPr>
        </p:nvSpPr>
        <p:spPr>
          <a:xfrm>
            <a:off x="4457939" y="1197352"/>
            <a:ext cx="377666" cy="35123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" h="7410">
                <a:moveTo>
                  <a:pt x="494" y="0"/>
                </a:moveTo>
                <a:lnTo>
                  <a:pt x="793" y="0"/>
                </a:lnTo>
                <a:lnTo>
                  <a:pt x="793" y="7410"/>
                </a:lnTo>
                <a:lnTo>
                  <a:pt x="0" y="7410"/>
                </a:lnTo>
                <a:lnTo>
                  <a:pt x="0" y="6949"/>
                </a:lnTo>
                <a:lnTo>
                  <a:pt x="494" y="6949"/>
                </a:lnTo>
                <a:lnTo>
                  <a:pt x="49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2000"/>
                </a:schemeClr>
              </a:gs>
              <a:gs pos="83000">
                <a:schemeClr val="accent1">
                  <a:lumMod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7" name="直角三角形 19"/>
          <p:cNvSpPr/>
          <p:nvPr>
            <p:custDataLst>
              <p:tags r:id="rId5"/>
            </p:custDataLst>
          </p:nvPr>
        </p:nvSpPr>
        <p:spPr>
          <a:xfrm flipV="1">
            <a:off x="4459844" y="4491573"/>
            <a:ext cx="242411" cy="218123"/>
          </a:xfrm>
          <a:prstGeom prst="rtTriangle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8" name="文本框 2"/>
          <p:cNvSpPr txBox="1"/>
          <p:nvPr>
            <p:custDataLst>
              <p:tags r:id="rId6"/>
            </p:custDataLst>
          </p:nvPr>
        </p:nvSpPr>
        <p:spPr>
          <a:xfrm>
            <a:off x="1387555" y="1365944"/>
            <a:ext cx="2992279" cy="7839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对输入图像进行高斯滤波，降低噪声</a:t>
            </a:r>
            <a:endParaRPr lang="zh-CN" altLang="en-US" sz="12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806054" y="1533584"/>
            <a:ext cx="492919" cy="557213"/>
          </a:xfrm>
          <a:prstGeom prst="rect">
            <a:avLst/>
          </a:prstGeom>
          <a:noFill/>
        </p:spPr>
        <p:txBody>
          <a:bodyPr wrap="none" lIns="0" tIns="27146" rIns="0" bIns="0" rtlCol="0" anchor="ctr" anchorCtr="0">
            <a:noAutofit/>
          </a:bodyPr>
          <a:p>
            <a:pPr algn="ctr" fontAlgn="ctr"/>
            <a:r>
              <a:rPr lang="en-US" altLang="zh-CN" sz="2100" b="1" dirty="0"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94000">
                      <a:schemeClr val="accent1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01</a:t>
            </a:r>
            <a:endParaRPr lang="en-US" altLang="zh-CN" sz="2100" b="1" dirty="0">
              <a:gradFill>
                <a:gsLst>
                  <a:gs pos="0">
                    <a:schemeClr val="accent1">
                      <a:alpha val="50000"/>
                    </a:schemeClr>
                  </a:gs>
                  <a:gs pos="94000">
                    <a:schemeClr val="accent1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9" name="文本框 1"/>
          <p:cNvSpPr txBox="1"/>
          <p:nvPr>
            <p:custDataLst>
              <p:tags r:id="rId8"/>
            </p:custDataLst>
          </p:nvPr>
        </p:nvSpPr>
        <p:spPr>
          <a:xfrm>
            <a:off x="1387555" y="2302728"/>
            <a:ext cx="2992279" cy="7839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在</a:t>
            </a:r>
            <a:r>
              <a:rPr lang="en-US" altLang="zh-CN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 LAB </a:t>
            </a: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空间对亮度通道做</a:t>
            </a:r>
            <a:r>
              <a:rPr lang="en-US" altLang="zh-CN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 CLAHE </a:t>
            </a: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增强</a:t>
            </a:r>
            <a:endParaRPr lang="zh-CN" altLang="en-US" sz="12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10" name="文本框 3"/>
          <p:cNvSpPr txBox="1"/>
          <p:nvPr>
            <p:custDataLst>
              <p:tags r:id="rId9"/>
            </p:custDataLst>
          </p:nvPr>
        </p:nvSpPr>
        <p:spPr>
          <a:xfrm>
            <a:off x="806054" y="2470368"/>
            <a:ext cx="492919" cy="557213"/>
          </a:xfrm>
          <a:prstGeom prst="rect">
            <a:avLst/>
          </a:prstGeom>
          <a:noFill/>
        </p:spPr>
        <p:txBody>
          <a:bodyPr wrap="none" lIns="0" tIns="27146" rIns="0" bIns="0" rtlCol="0" anchor="ctr" anchorCtr="0">
            <a:noAutofit/>
          </a:bodyPr>
          <a:p>
            <a:pPr algn="ctr" fontAlgn="ctr"/>
            <a:r>
              <a:rPr lang="en-US" altLang="zh-CN" sz="2100" b="1" dirty="0">
                <a:gradFill>
                  <a:gsLst>
                    <a:gs pos="0">
                      <a:schemeClr val="accent2">
                        <a:alpha val="50000"/>
                      </a:schemeClr>
                    </a:gs>
                    <a:gs pos="94000">
                      <a:schemeClr val="accent2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02</a:t>
            </a:r>
            <a:endParaRPr lang="en-US" altLang="zh-CN" sz="2100" b="1" dirty="0">
              <a:gradFill>
                <a:gsLst>
                  <a:gs pos="0">
                    <a:schemeClr val="accent2">
                      <a:alpha val="50000"/>
                    </a:schemeClr>
                  </a:gs>
                  <a:gs pos="94000">
                    <a:schemeClr val="accent2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26" name="文本框 8"/>
          <p:cNvSpPr txBox="1"/>
          <p:nvPr>
            <p:custDataLst>
              <p:tags r:id="rId10"/>
            </p:custDataLst>
          </p:nvPr>
        </p:nvSpPr>
        <p:spPr>
          <a:xfrm>
            <a:off x="1387555" y="3239512"/>
            <a:ext cx="2992279" cy="7839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根据灰度亮度分位数提取高亮区域</a:t>
            </a:r>
            <a:endParaRPr lang="zh-CN" altLang="en-US" sz="12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7" name="文本框 9"/>
          <p:cNvSpPr txBox="1"/>
          <p:nvPr>
            <p:custDataLst>
              <p:tags r:id="rId11"/>
            </p:custDataLst>
          </p:nvPr>
        </p:nvSpPr>
        <p:spPr>
          <a:xfrm>
            <a:off x="806054" y="3407152"/>
            <a:ext cx="492919" cy="557213"/>
          </a:xfrm>
          <a:prstGeom prst="rect">
            <a:avLst/>
          </a:prstGeom>
          <a:noFill/>
        </p:spPr>
        <p:txBody>
          <a:bodyPr wrap="none" lIns="0" tIns="27146" rIns="0" bIns="0" rtlCol="0" anchor="ctr" anchorCtr="0">
            <a:noAutofit/>
          </a:bodyPr>
          <a:p>
            <a:pPr algn="ctr" fontAlgn="ctr"/>
            <a:r>
              <a:rPr lang="en-US" altLang="zh-CN" sz="2100" b="1" dirty="0">
                <a:gradFill>
                  <a:gsLst>
                    <a:gs pos="0">
                      <a:schemeClr val="accent3">
                        <a:alpha val="50000"/>
                      </a:schemeClr>
                    </a:gs>
                    <a:gs pos="94000">
                      <a:schemeClr val="accent3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03</a:t>
            </a:r>
            <a:endParaRPr lang="en-US" altLang="zh-CN" sz="2100" b="1" dirty="0">
              <a:gradFill>
                <a:gsLst>
                  <a:gs pos="0">
                    <a:schemeClr val="accent3">
                      <a:alpha val="50000"/>
                    </a:schemeClr>
                  </a:gs>
                  <a:gs pos="94000">
                    <a:schemeClr val="accent3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28" name="文本框 10"/>
          <p:cNvSpPr txBox="1"/>
          <p:nvPr>
            <p:custDataLst>
              <p:tags r:id="rId12"/>
            </p:custDataLst>
          </p:nvPr>
        </p:nvSpPr>
        <p:spPr>
          <a:xfrm>
            <a:off x="5377101" y="1786949"/>
            <a:ext cx="2992279" cy="1099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使用局部背景差分保留相对周围突出的光斑</a:t>
            </a:r>
            <a:endParaRPr lang="zh-CN" altLang="en-US" sz="12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9" name="文本框 11"/>
          <p:cNvSpPr txBox="1"/>
          <p:nvPr>
            <p:custDataLst>
              <p:tags r:id="rId13"/>
            </p:custDataLst>
          </p:nvPr>
        </p:nvSpPr>
        <p:spPr>
          <a:xfrm>
            <a:off x="4764167" y="2112228"/>
            <a:ext cx="517208" cy="557213"/>
          </a:xfrm>
          <a:prstGeom prst="rect">
            <a:avLst/>
          </a:prstGeom>
          <a:noFill/>
        </p:spPr>
        <p:txBody>
          <a:bodyPr wrap="none" lIns="0" tIns="27146" rIns="0" bIns="0" rtlCol="0" anchor="ctr" anchorCtr="0">
            <a:noAutofit/>
          </a:bodyPr>
          <a:p>
            <a:pPr algn="ctr" fontAlgn="ctr"/>
            <a:r>
              <a:rPr lang="en-US" altLang="zh-CN" sz="2100" b="1" dirty="0">
                <a:gradFill>
                  <a:gsLst>
                    <a:gs pos="0">
                      <a:schemeClr val="accent4">
                        <a:alpha val="50000"/>
                      </a:schemeClr>
                    </a:gs>
                    <a:gs pos="94000">
                      <a:schemeClr val="accent4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04</a:t>
            </a:r>
            <a:endParaRPr lang="en-US" altLang="zh-CN" sz="2100" b="1" dirty="0">
              <a:gradFill>
                <a:gsLst>
                  <a:gs pos="0">
                    <a:schemeClr val="accent4">
                      <a:alpha val="50000"/>
                    </a:schemeClr>
                  </a:gs>
                  <a:gs pos="94000">
                    <a:schemeClr val="accent4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30" name="文本框 12"/>
          <p:cNvSpPr txBox="1"/>
          <p:nvPr>
            <p:custDataLst>
              <p:tags r:id="rId14"/>
            </p:custDataLst>
          </p:nvPr>
        </p:nvSpPr>
        <p:spPr>
          <a:xfrm>
            <a:off x="5377101" y="3001863"/>
            <a:ext cx="2992279" cy="1099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通过面积、宽高比、填充率过滤异常亮块</a:t>
            </a:r>
            <a:endParaRPr lang="zh-CN" altLang="en-US" sz="12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31" name="文本框 13"/>
          <p:cNvSpPr txBox="1"/>
          <p:nvPr>
            <p:custDataLst>
              <p:tags r:id="rId15"/>
            </p:custDataLst>
          </p:nvPr>
        </p:nvSpPr>
        <p:spPr>
          <a:xfrm>
            <a:off x="4764167" y="3327142"/>
            <a:ext cx="517208" cy="557213"/>
          </a:xfrm>
          <a:prstGeom prst="rect">
            <a:avLst/>
          </a:prstGeom>
          <a:noFill/>
        </p:spPr>
        <p:txBody>
          <a:bodyPr wrap="none" lIns="0" tIns="27146" rIns="0" bIns="0" rtlCol="0" anchor="ctr" anchorCtr="0">
            <a:noAutofit/>
          </a:bodyPr>
          <a:p>
            <a:pPr algn="ctr" fontAlgn="ctr"/>
            <a:r>
              <a:rPr lang="en-US" altLang="zh-CN" sz="2100" b="1" dirty="0">
                <a:gradFill>
                  <a:gsLst>
                    <a:gs pos="0">
                      <a:schemeClr val="accent5">
                        <a:alpha val="50000"/>
                      </a:schemeClr>
                    </a:gs>
                    <a:gs pos="94000">
                      <a:schemeClr val="accent5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05</a:t>
            </a:r>
            <a:endParaRPr lang="en-US" altLang="zh-CN" sz="2100" b="1" dirty="0">
              <a:gradFill>
                <a:gsLst>
                  <a:gs pos="0">
                    <a:schemeClr val="accent5">
                      <a:alpha val="50000"/>
                    </a:schemeClr>
                  </a:gs>
                  <a:gs pos="94000">
                    <a:schemeClr val="accent5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车辆检测与补检</a:t>
            </a:r>
            <a:endParaRPr lang="zh-CN" altLang="en-US" dirty="0"/>
          </a:p>
        </p:txBody>
      </p:sp>
      <p:sp>
        <p:nvSpPr>
          <p:cNvPr id="2" name="圆角矩形 9"/>
          <p:cNvSpPr/>
          <p:nvPr>
            <p:custDataLst>
              <p:tags r:id="rId2"/>
            </p:custDataLst>
          </p:nvPr>
        </p:nvSpPr>
        <p:spPr>
          <a:xfrm>
            <a:off x="1945977" y="1282791"/>
            <a:ext cx="2742704" cy="557684"/>
          </a:xfrm>
          <a:prstGeom prst="roundRect">
            <a:avLst/>
          </a:prstGeom>
          <a:solidFill>
            <a:schemeClr val="accent2">
              <a:lumMod val="70000"/>
              <a:lumOff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627" tIns="53816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对远处小车，利用左右成对车灯补充车辆候选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sym typeface="+mn-ea"/>
            </a:endParaRPr>
          </a:p>
        </p:txBody>
      </p:sp>
      <p:cxnSp>
        <p:nvCxnSpPr>
          <p:cNvPr id="3" name="直接箭头连接符 183"/>
          <p:cNvCxnSpPr/>
          <p:nvPr>
            <p:custDataLst>
              <p:tags r:id="rId3"/>
            </p:custDataLst>
          </p:nvPr>
        </p:nvCxnSpPr>
        <p:spPr>
          <a:xfrm>
            <a:off x="522000" y="2831068"/>
            <a:ext cx="8099940" cy="0"/>
          </a:xfrm>
          <a:prstGeom prst="straightConnector1">
            <a:avLst/>
          </a:prstGeom>
          <a:ln w="190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08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11"/>
          <p:cNvSpPr/>
          <p:nvPr>
            <p:custDataLst>
              <p:tags r:id="rId4"/>
            </p:custDataLst>
          </p:nvPr>
        </p:nvSpPr>
        <p:spPr>
          <a:xfrm>
            <a:off x="4456748" y="1976682"/>
            <a:ext cx="2742704" cy="557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627" tIns="53816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反推车辆框后检查暗部比例和边缘结构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sym typeface="+mn-ea"/>
            </a:endParaRPr>
          </a:p>
        </p:txBody>
      </p:sp>
      <p:cxnSp>
        <p:nvCxnSpPr>
          <p:cNvPr id="5" name="直接连接符 32"/>
          <p:cNvCxnSpPr/>
          <p:nvPr>
            <p:custDataLst>
              <p:tags r:id="rId5"/>
            </p:custDataLst>
          </p:nvPr>
        </p:nvCxnSpPr>
        <p:spPr>
          <a:xfrm>
            <a:off x="3317567" y="1840475"/>
            <a:ext cx="0" cy="981544"/>
          </a:xfrm>
          <a:prstGeom prst="line">
            <a:avLst/>
          </a:prstGeom>
          <a:ln w="12700" cmpd="sng">
            <a:solidFill>
              <a:schemeClr val="accent2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6"/>
          <p:cNvCxnSpPr/>
          <p:nvPr>
            <p:custDataLst>
              <p:tags r:id="rId6"/>
            </p:custDataLst>
          </p:nvPr>
        </p:nvCxnSpPr>
        <p:spPr>
          <a:xfrm>
            <a:off x="5828339" y="2530556"/>
            <a:ext cx="0" cy="291463"/>
          </a:xfrm>
          <a:prstGeom prst="line">
            <a:avLst/>
          </a:prstGeom>
          <a:ln w="12700" cmpd="sng">
            <a:solidFill>
              <a:schemeClr val="accent4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2"/>
          <p:cNvCxnSpPr/>
          <p:nvPr>
            <p:custDataLst>
              <p:tags r:id="rId7"/>
            </p:custDataLst>
          </p:nvPr>
        </p:nvCxnSpPr>
        <p:spPr>
          <a:xfrm flipV="1">
            <a:off x="4572953" y="2840117"/>
            <a:ext cx="0" cy="981544"/>
          </a:xfrm>
          <a:prstGeom prst="line">
            <a:avLst/>
          </a:prstGeom>
          <a:ln w="12700" cmpd="sng">
            <a:solidFill>
              <a:schemeClr val="accent3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15"/>
          <p:cNvSpPr/>
          <p:nvPr>
            <p:custDataLst>
              <p:tags r:id="rId8"/>
            </p:custDataLst>
          </p:nvPr>
        </p:nvSpPr>
        <p:spPr>
          <a:xfrm>
            <a:off x="3201363" y="3821661"/>
            <a:ext cx="2742704" cy="557684"/>
          </a:xfrm>
          <a:prstGeom prst="roundRect">
            <a:avLst/>
          </a:prstGeom>
          <a:solidFill>
            <a:schemeClr val="accent3">
              <a:lumMod val="84000"/>
              <a:lumOff val="1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627" tIns="53816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成对车灯需满足水平接近、尺寸相近、间距合理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sym typeface="+mn-ea"/>
            </a:endParaRPr>
          </a:p>
        </p:txBody>
      </p:sp>
      <p:cxnSp>
        <p:nvCxnSpPr>
          <p:cNvPr id="9" name="直接连接符 27"/>
          <p:cNvCxnSpPr/>
          <p:nvPr>
            <p:custDataLst>
              <p:tags r:id="rId9"/>
            </p:custDataLst>
          </p:nvPr>
        </p:nvCxnSpPr>
        <p:spPr>
          <a:xfrm flipV="1">
            <a:off x="1887399" y="2834402"/>
            <a:ext cx="0" cy="291463"/>
          </a:xfrm>
          <a:prstGeom prst="line">
            <a:avLst/>
          </a:prstGeom>
          <a:ln w="12700" cmpd="sng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8"/>
          <p:cNvCxnSpPr/>
          <p:nvPr>
            <p:custDataLst>
              <p:tags r:id="rId10"/>
            </p:custDataLst>
          </p:nvPr>
        </p:nvCxnSpPr>
        <p:spPr>
          <a:xfrm flipV="1">
            <a:off x="7082771" y="2834402"/>
            <a:ext cx="0" cy="291463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33"/>
          <p:cNvSpPr/>
          <p:nvPr>
            <p:custDataLst>
              <p:tags r:id="rId11"/>
            </p:custDataLst>
          </p:nvPr>
        </p:nvSpPr>
        <p:spPr>
          <a:xfrm>
            <a:off x="690591" y="3127770"/>
            <a:ext cx="2742704" cy="5576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627" tIns="53816" numCol="1" spcCol="0" rtlCol="0" fromWordArt="0" anchor="ctr" anchorCtr="0" forceAA="0" compatLnSpc="1">
            <a:noAutofit/>
          </a:bodyPr>
          <a:p>
            <a:pPr algn="ctr"/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YOLOv8n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检测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 car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bus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truck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motorcycle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等车辆类别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21" name="圆角矩形 38"/>
          <p:cNvSpPr/>
          <p:nvPr>
            <p:custDataLst>
              <p:tags r:id="rId12"/>
            </p:custDataLst>
          </p:nvPr>
        </p:nvSpPr>
        <p:spPr>
          <a:xfrm>
            <a:off x="5712134" y="3127770"/>
            <a:ext cx="2742704" cy="55768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627" tIns="53816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sym typeface="+mn-ea"/>
              </a:rPr>
              <a:t>缺少车身结构的地面反光、路牌亮点会被过滤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蓝光来源分类</a:t>
            </a:r>
            <a:endParaRPr lang="zh-CN" altLang="en-US"/>
          </a:p>
        </p:txBody>
      </p:sp>
      <p:sp>
        <p:nvSpPr>
          <p:cNvPr id="2" name="圆角矩形 15"/>
          <p:cNvSpPr/>
          <p:nvPr>
            <p:custDataLst>
              <p:tags r:id="rId2"/>
            </p:custDataLst>
          </p:nvPr>
        </p:nvSpPr>
        <p:spPr>
          <a:xfrm>
            <a:off x="521970" y="1091938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蓝光候选必须与车辆存在可靠空间关系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椭圆 44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66758" y="1476294"/>
            <a:ext cx="327680" cy="32768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1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" name="圆角矩形 22"/>
          <p:cNvSpPr/>
          <p:nvPr>
            <p:custDataLst>
              <p:tags r:id="rId4"/>
            </p:custDataLst>
          </p:nvPr>
        </p:nvSpPr>
        <p:spPr>
          <a:xfrm>
            <a:off x="521970" y="2305494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3">
                    <a:alpha val="70000"/>
                  </a:schemeClr>
                </a:gs>
                <a:gs pos="100000">
                  <a:schemeClr val="accent3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根据横向位置识别左侧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右侧车灯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椭圆 2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66758" y="2689850"/>
            <a:ext cx="327680" cy="327680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3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6" name="圆角矩形 25"/>
          <p:cNvSpPr/>
          <p:nvPr>
            <p:custDataLst>
              <p:tags r:id="rId6"/>
            </p:custDataLst>
          </p:nvPr>
        </p:nvSpPr>
        <p:spPr>
          <a:xfrm>
            <a:off x="521970" y="3519050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5">
                    <a:alpha val="70000"/>
                  </a:schemeClr>
                </a:gs>
                <a:gs pos="100000">
                  <a:schemeClr val="accent5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位于路牌、路灯、屏幕、柱体、地面：环境干扰蓝光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" name="椭圆 2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66758" y="3903407"/>
            <a:ext cx="327680" cy="327680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5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8" name="圆角矩形 37"/>
          <p:cNvSpPr/>
          <p:nvPr>
            <p:custDataLst>
              <p:tags r:id="rId8"/>
            </p:custDataLst>
          </p:nvPr>
        </p:nvSpPr>
        <p:spPr>
          <a:xfrm>
            <a:off x="4627963" y="1091938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2">
                    <a:alpha val="7000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位于前灯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尾灯区域的小型强光核心：车灯蓝光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椭圆 3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772751" y="1476294"/>
            <a:ext cx="327680" cy="32768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2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0" name="圆角矩形 40"/>
          <p:cNvSpPr/>
          <p:nvPr>
            <p:custDataLst>
              <p:tags r:id="rId10"/>
            </p:custDataLst>
          </p:nvPr>
        </p:nvSpPr>
        <p:spPr>
          <a:xfrm>
            <a:off x="4627963" y="2305494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位于车身、挡风玻璃、号牌附近：车辆反光蓝光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椭圆 4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772751" y="2689850"/>
            <a:ext cx="327680" cy="327680"/>
          </a:xfrm>
          <a:prstGeom prst="ellipse">
            <a:avLst/>
          </a:pr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4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2" name="圆角矩形 43"/>
          <p:cNvSpPr/>
          <p:nvPr>
            <p:custDataLst>
              <p:tags r:id="rId12"/>
            </p:custDataLst>
          </p:nvPr>
        </p:nvSpPr>
        <p:spPr>
          <a:xfrm>
            <a:off x="4627963" y="3519050"/>
            <a:ext cx="3994544" cy="1096392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6">
                    <a:alpha val="70000"/>
                  </a:schemeClr>
                </a:gs>
                <a:gs pos="100000">
                  <a:schemeClr val="accent6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540067" tIns="0" rIns="134778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环境干扰不计入车辆蓝光统计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3" name="椭圆 45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772751" y="3903407"/>
            <a:ext cx="327680" cy="327680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350" dirty="0">
                <a:solidFill>
                  <a:srgbClr val="FFFFFF"/>
                </a:solidFill>
                <a:sym typeface="+mn-ea"/>
              </a:rPr>
              <a:t>6</a:t>
            </a:r>
            <a:endParaRPr lang="en-US" altLang="zh-CN" sz="1350" dirty="0">
              <a:solidFill>
                <a:srgbClr val="FFFFFF"/>
              </a:solidFill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可视化与统计</a:t>
            </a:r>
            <a:endParaRPr lang="zh-CN" altLang="en-US"/>
          </a:p>
        </p:txBody>
      </p:sp>
      <p:sp>
        <p:nvSpPr>
          <p:cNvPr id="127" name="任意多边形: 形状 126"/>
          <p:cNvSpPr/>
          <p:nvPr>
            <p:custDataLst>
              <p:tags r:id="rId2"/>
            </p:custDataLst>
          </p:nvPr>
        </p:nvSpPr>
        <p:spPr>
          <a:xfrm rot="900000">
            <a:off x="7465004" y="1511537"/>
            <a:ext cx="2149718" cy="3467390"/>
          </a:xfrm>
          <a:custGeom>
            <a:avLst/>
            <a:gdLst>
              <a:gd name="connsiteX0" fmla="*/ 174574 w 2975153"/>
              <a:gd name="connsiteY0" fmla="*/ 38481 h 4612538"/>
              <a:gd name="connsiteX1" fmla="*/ 36271 w 2975153"/>
              <a:gd name="connsiteY1" fmla="*/ 0 h 4612538"/>
              <a:gd name="connsiteX2" fmla="*/ 0 w 2975153"/>
              <a:gd name="connsiteY2" fmla="*/ 129616 h 4612538"/>
              <a:gd name="connsiteX3" fmla="*/ 34290 w 2975153"/>
              <a:gd name="connsiteY3" fmla="*/ 111709 h 4612538"/>
              <a:gd name="connsiteX4" fmla="*/ 2584934 w 2975153"/>
              <a:gd name="connsiteY4" fmla="*/ 4612539 h 4612538"/>
              <a:gd name="connsiteX5" fmla="*/ 2975153 w 2975153"/>
              <a:gd name="connsiteY5" fmla="*/ 4459148 h 4612538"/>
              <a:gd name="connsiteX6" fmla="*/ 140132 w 2975153"/>
              <a:gd name="connsiteY6" fmla="*/ 56464 h 461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4" h="7281">
                <a:moveTo>
                  <a:pt x="68" y="0"/>
                </a:moveTo>
                <a:lnTo>
                  <a:pt x="327" y="72"/>
                </a:lnTo>
                <a:lnTo>
                  <a:pt x="262" y="106"/>
                </a:lnTo>
                <a:lnTo>
                  <a:pt x="4306" y="6386"/>
                </a:lnTo>
                <a:lnTo>
                  <a:pt x="4514" y="7162"/>
                </a:lnTo>
                <a:lnTo>
                  <a:pt x="4240" y="7235"/>
                </a:lnTo>
                <a:lnTo>
                  <a:pt x="4071" y="7281"/>
                </a:lnTo>
                <a:lnTo>
                  <a:pt x="64" y="209"/>
                </a:lnTo>
                <a:lnTo>
                  <a:pt x="0" y="243"/>
                </a:lnTo>
                <a:lnTo>
                  <a:pt x="68" y="0"/>
                </a:lnTo>
                <a:close/>
              </a:path>
            </a:pathLst>
          </a:custGeom>
          <a:gradFill>
            <a:gsLst>
              <a:gs pos="13000">
                <a:schemeClr val="accent1">
                  <a:lumMod val="20000"/>
                  <a:lumOff val="80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5" name="任意多边形: 形状 124"/>
          <p:cNvSpPr/>
          <p:nvPr>
            <p:custDataLst>
              <p:tags r:id="rId3"/>
            </p:custDataLst>
          </p:nvPr>
        </p:nvSpPr>
        <p:spPr>
          <a:xfrm rot="900000">
            <a:off x="6638925" y="1284446"/>
            <a:ext cx="719138" cy="3925253"/>
          </a:xfrm>
          <a:custGeom>
            <a:avLst/>
            <a:gdLst>
              <a:gd name="connsiteX0" fmla="*/ 207949 w 973835"/>
              <a:gd name="connsiteY0" fmla="*/ 58750 h 5578373"/>
              <a:gd name="connsiteX1" fmla="*/ 90297 w 973835"/>
              <a:gd name="connsiteY1" fmla="*/ 0 h 5578373"/>
              <a:gd name="connsiteX2" fmla="*/ 0 w 973835"/>
              <a:gd name="connsiteY2" fmla="*/ 168326 h 5578373"/>
              <a:gd name="connsiteX3" fmla="*/ 40767 w 973835"/>
              <a:gd name="connsiteY3" fmla="*/ 146837 h 5578373"/>
              <a:gd name="connsiteX4" fmla="*/ 506425 w 973835"/>
              <a:gd name="connsiteY4" fmla="*/ 5578374 h 5578373"/>
              <a:gd name="connsiteX5" fmla="*/ 973835 w 973835"/>
              <a:gd name="connsiteY5" fmla="*/ 5394579 h 5578373"/>
              <a:gd name="connsiteX6" fmla="*/ 166877 w 973835"/>
              <a:gd name="connsiteY6" fmla="*/ 80391 h 557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0" h="8242">
                <a:moveTo>
                  <a:pt x="169" y="0"/>
                </a:moveTo>
                <a:lnTo>
                  <a:pt x="389" y="110"/>
                </a:lnTo>
                <a:lnTo>
                  <a:pt x="312" y="150"/>
                </a:lnTo>
                <a:lnTo>
                  <a:pt x="1510" y="8041"/>
                </a:lnTo>
                <a:lnTo>
                  <a:pt x="759" y="8242"/>
                </a:lnTo>
                <a:lnTo>
                  <a:pt x="76" y="275"/>
                </a:lnTo>
                <a:lnTo>
                  <a:pt x="0" y="315"/>
                </a:lnTo>
                <a:lnTo>
                  <a:pt x="169" y="0"/>
                </a:lnTo>
                <a:close/>
              </a:path>
            </a:pathLst>
          </a:custGeom>
          <a:gradFill>
            <a:gsLst>
              <a:gs pos="21000">
                <a:schemeClr val="accent1">
                  <a:lumMod val="20000"/>
                  <a:lumOff val="80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4"/>
            </p:custDataLst>
          </p:nvPr>
        </p:nvSpPr>
        <p:spPr>
          <a:xfrm rot="900000">
            <a:off x="6857524" y="957739"/>
            <a:ext cx="1972151" cy="4236720"/>
          </a:xfrm>
          <a:custGeom>
            <a:avLst/>
            <a:gdLst>
              <a:gd name="connsiteX0" fmla="*/ 377115 w 2571522"/>
              <a:gd name="connsiteY0" fmla="*/ 38176 h 5750966"/>
              <a:gd name="connsiteX1" fmla="*/ 140666 w 2571522"/>
              <a:gd name="connsiteY1" fmla="*/ 0 h 5750966"/>
              <a:gd name="connsiteX2" fmla="*/ 0 w 2571522"/>
              <a:gd name="connsiteY2" fmla="*/ 240868 h 5750966"/>
              <a:gd name="connsiteX3" fmla="*/ 73762 w 2571522"/>
              <a:gd name="connsiteY3" fmla="*/ 201244 h 5750966"/>
              <a:gd name="connsiteX4" fmla="*/ 1444448 w 2571522"/>
              <a:gd name="connsiteY4" fmla="*/ 5750967 h 5750966"/>
              <a:gd name="connsiteX5" fmla="*/ 2571522 w 2571522"/>
              <a:gd name="connsiteY5" fmla="*/ 5307864 h 5750966"/>
              <a:gd name="connsiteX6" fmla="*/ 302286 w 2571522"/>
              <a:gd name="connsiteY6" fmla="*/ 78334 h 575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1" h="8896">
                <a:moveTo>
                  <a:pt x="263" y="0"/>
                </a:moveTo>
                <a:lnTo>
                  <a:pt x="706" y="71"/>
                </a:lnTo>
                <a:lnTo>
                  <a:pt x="566" y="147"/>
                </a:lnTo>
                <a:lnTo>
                  <a:pt x="4141" y="8387"/>
                </a:lnTo>
                <a:lnTo>
                  <a:pt x="2242" y="8896"/>
                </a:lnTo>
                <a:lnTo>
                  <a:pt x="138" y="377"/>
                </a:lnTo>
                <a:lnTo>
                  <a:pt x="0" y="451"/>
                </a:lnTo>
                <a:lnTo>
                  <a:pt x="263" y="0"/>
                </a:lnTo>
                <a:close/>
              </a:path>
            </a:pathLst>
          </a:custGeom>
          <a:gradFill>
            <a:gsLst>
              <a:gs pos="11000">
                <a:schemeClr val="accent1">
                  <a:lumMod val="40000"/>
                  <a:lumOff val="60000"/>
                </a:schemeClr>
              </a:gs>
              <a:gs pos="93000">
                <a:schemeClr val="accent2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3" name="任意多边形: 形状 122"/>
          <p:cNvSpPr/>
          <p:nvPr>
            <p:custDataLst>
              <p:tags r:id="rId5"/>
            </p:custDataLst>
          </p:nvPr>
        </p:nvSpPr>
        <p:spPr>
          <a:xfrm rot="900000">
            <a:off x="6538436" y="1785461"/>
            <a:ext cx="453390" cy="3421856"/>
          </a:xfrm>
          <a:custGeom>
            <a:avLst/>
            <a:gdLst>
              <a:gd name="connsiteX0" fmla="*/ 190500 w 621639"/>
              <a:gd name="connsiteY0" fmla="*/ 89154 h 5053660"/>
              <a:gd name="connsiteX1" fmla="*/ 84734 w 621639"/>
              <a:gd name="connsiteY1" fmla="*/ 0 h 5053660"/>
              <a:gd name="connsiteX2" fmla="*/ 0 w 621639"/>
              <a:gd name="connsiteY2" fmla="*/ 186690 h 5053660"/>
              <a:gd name="connsiteX3" fmla="*/ 37337 w 621639"/>
              <a:gd name="connsiteY3" fmla="*/ 167564 h 5053660"/>
              <a:gd name="connsiteX4" fmla="*/ 293522 w 621639"/>
              <a:gd name="connsiteY4" fmla="*/ 5053660 h 5053660"/>
              <a:gd name="connsiteX5" fmla="*/ 621639 w 621639"/>
              <a:gd name="connsiteY5" fmla="*/ 4924653 h 5053660"/>
              <a:gd name="connsiteX6" fmla="*/ 152857 w 621639"/>
              <a:gd name="connsiteY6" fmla="*/ 108432 h 5053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2" h="7185">
                <a:moveTo>
                  <a:pt x="159" y="0"/>
                </a:moveTo>
                <a:lnTo>
                  <a:pt x="356" y="167"/>
                </a:lnTo>
                <a:lnTo>
                  <a:pt x="286" y="203"/>
                </a:lnTo>
                <a:lnTo>
                  <a:pt x="952" y="7045"/>
                </a:lnTo>
                <a:lnTo>
                  <a:pt x="430" y="7185"/>
                </a:lnTo>
                <a:lnTo>
                  <a:pt x="70" y="313"/>
                </a:lnTo>
                <a:lnTo>
                  <a:pt x="0" y="349"/>
                </a:lnTo>
                <a:lnTo>
                  <a:pt x="15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67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4" name="任意多边形: 形状 123"/>
          <p:cNvSpPr/>
          <p:nvPr>
            <p:custDataLst>
              <p:tags r:id="rId6"/>
            </p:custDataLst>
          </p:nvPr>
        </p:nvSpPr>
        <p:spPr>
          <a:xfrm rot="900000">
            <a:off x="7871460" y="1653540"/>
            <a:ext cx="1609249" cy="2388870"/>
          </a:xfrm>
          <a:custGeom>
            <a:avLst/>
            <a:gdLst>
              <a:gd name="connsiteX0" fmla="*/ 196139 w 3270732"/>
              <a:gd name="connsiteY0" fmla="*/ 50597 h 4230090"/>
              <a:gd name="connsiteX1" fmla="*/ 23622 w 3270732"/>
              <a:gd name="connsiteY1" fmla="*/ 0 h 4230090"/>
              <a:gd name="connsiteX2" fmla="*/ 0 w 3270732"/>
              <a:gd name="connsiteY2" fmla="*/ 151409 h 4230090"/>
              <a:gd name="connsiteX3" fmla="*/ 38480 w 3270732"/>
              <a:gd name="connsiteY3" fmla="*/ 131597 h 4230090"/>
              <a:gd name="connsiteX4" fmla="*/ 2880208 w 3270732"/>
              <a:gd name="connsiteY4" fmla="*/ 4230091 h 4230090"/>
              <a:gd name="connsiteX5" fmla="*/ 3270733 w 3270732"/>
              <a:gd name="connsiteY5" fmla="*/ 4076548 h 4230090"/>
              <a:gd name="connsiteX6" fmla="*/ 157429 w 3270732"/>
              <a:gd name="connsiteY6" fmla="*/ 70561 h 423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79" h="5016">
                <a:moveTo>
                  <a:pt x="44" y="0"/>
                </a:moveTo>
                <a:lnTo>
                  <a:pt x="367" y="95"/>
                </a:lnTo>
                <a:lnTo>
                  <a:pt x="295" y="132"/>
                </a:lnTo>
                <a:lnTo>
                  <a:pt x="3005" y="3619"/>
                </a:lnTo>
                <a:lnTo>
                  <a:pt x="3379" y="5016"/>
                </a:lnTo>
                <a:lnTo>
                  <a:pt x="72" y="246"/>
                </a:lnTo>
                <a:lnTo>
                  <a:pt x="0" y="283"/>
                </a:lnTo>
                <a:lnTo>
                  <a:pt x="44" y="0"/>
                </a:lnTo>
                <a:close/>
              </a:path>
            </a:pathLst>
          </a:custGeom>
          <a:gradFill>
            <a:gsLst>
              <a:gs pos="1300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6" name="任意多边形: 形状 125"/>
          <p:cNvSpPr/>
          <p:nvPr>
            <p:custDataLst>
              <p:tags r:id="rId7"/>
            </p:custDataLst>
          </p:nvPr>
        </p:nvSpPr>
        <p:spPr>
          <a:xfrm rot="900000">
            <a:off x="6832759" y="1571149"/>
            <a:ext cx="899160" cy="3581400"/>
          </a:xfrm>
          <a:custGeom>
            <a:avLst/>
            <a:gdLst>
              <a:gd name="connsiteX0" fmla="*/ 161087 w 1239849"/>
              <a:gd name="connsiteY0" fmla="*/ 56541 h 5085816"/>
              <a:gd name="connsiteX1" fmla="*/ 60427 w 1239849"/>
              <a:gd name="connsiteY1" fmla="*/ 0 h 5085816"/>
              <a:gd name="connsiteX2" fmla="*/ 0 w 1239849"/>
              <a:gd name="connsiteY2" fmla="*/ 140132 h 5085816"/>
              <a:gd name="connsiteX3" fmla="*/ 31623 w 1239849"/>
              <a:gd name="connsiteY3" fmla="*/ 123749 h 5085816"/>
              <a:gd name="connsiteX4" fmla="*/ 920648 w 1239849"/>
              <a:gd name="connsiteY4" fmla="*/ 5085817 h 5085816"/>
              <a:gd name="connsiteX5" fmla="*/ 1239850 w 1239849"/>
              <a:gd name="connsiteY5" fmla="*/ 4960315 h 5085816"/>
              <a:gd name="connsiteX6" fmla="*/ 129311 w 1239849"/>
              <a:gd name="connsiteY6" fmla="*/ 73076 h 508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8" h="7520">
                <a:moveTo>
                  <a:pt x="113" y="0"/>
                </a:moveTo>
                <a:lnTo>
                  <a:pt x="301" y="106"/>
                </a:lnTo>
                <a:lnTo>
                  <a:pt x="242" y="137"/>
                </a:lnTo>
                <a:lnTo>
                  <a:pt x="1888" y="7380"/>
                </a:lnTo>
                <a:lnTo>
                  <a:pt x="1365" y="7520"/>
                </a:lnTo>
                <a:lnTo>
                  <a:pt x="59" y="232"/>
                </a:lnTo>
                <a:lnTo>
                  <a:pt x="0" y="262"/>
                </a:lnTo>
                <a:lnTo>
                  <a:pt x="113" y="0"/>
                </a:lnTo>
                <a:close/>
              </a:path>
            </a:pathLst>
          </a:custGeom>
          <a:gradFill>
            <a:gsLst>
              <a:gs pos="1400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8" name="任意多边形: 形状 127"/>
          <p:cNvSpPr/>
          <p:nvPr>
            <p:custDataLst>
              <p:tags r:id="rId8"/>
            </p:custDataLst>
          </p:nvPr>
        </p:nvSpPr>
        <p:spPr>
          <a:xfrm rot="900000">
            <a:off x="7258526" y="1393984"/>
            <a:ext cx="1829753" cy="3626644"/>
          </a:xfrm>
          <a:custGeom>
            <a:avLst/>
            <a:gdLst>
              <a:gd name="connsiteX0" fmla="*/ 102413 w 2437867"/>
              <a:gd name="connsiteY0" fmla="*/ 21946 h 4880838"/>
              <a:gd name="connsiteX1" fmla="*/ 27966 w 2437867"/>
              <a:gd name="connsiteY1" fmla="*/ 0 h 4880838"/>
              <a:gd name="connsiteX2" fmla="*/ 0 w 2437867"/>
              <a:gd name="connsiteY2" fmla="*/ 75819 h 4880838"/>
              <a:gd name="connsiteX3" fmla="*/ 20117 w 2437867"/>
              <a:gd name="connsiteY3" fmla="*/ 65227 h 4880838"/>
              <a:gd name="connsiteX4" fmla="*/ 2193188 w 2437867"/>
              <a:gd name="connsiteY4" fmla="*/ 4880839 h 4880838"/>
              <a:gd name="connsiteX5" fmla="*/ 2437867 w 2437867"/>
              <a:gd name="connsiteY5" fmla="*/ 4784598 h 4880838"/>
              <a:gd name="connsiteX6" fmla="*/ 82220 w 2437867"/>
              <a:gd name="connsiteY6" fmla="*/ 32614 h 4880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2" h="7615">
                <a:moveTo>
                  <a:pt x="52" y="0"/>
                </a:moveTo>
                <a:lnTo>
                  <a:pt x="192" y="41"/>
                </a:lnTo>
                <a:lnTo>
                  <a:pt x="154" y="61"/>
                </a:lnTo>
                <a:lnTo>
                  <a:pt x="3842" y="7502"/>
                </a:lnTo>
                <a:lnTo>
                  <a:pt x="3419" y="7615"/>
                </a:lnTo>
                <a:lnTo>
                  <a:pt x="38" y="122"/>
                </a:lnTo>
                <a:lnTo>
                  <a:pt x="0" y="142"/>
                </a:lnTo>
                <a:lnTo>
                  <a:pt x="52" y="0"/>
                </a:lnTo>
                <a:close/>
              </a:path>
            </a:pathLst>
          </a:cu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9" name="任意多边形: 形状 128"/>
          <p:cNvSpPr/>
          <p:nvPr>
            <p:custDataLst>
              <p:tags r:id="rId9"/>
            </p:custDataLst>
          </p:nvPr>
        </p:nvSpPr>
        <p:spPr>
          <a:xfrm rot="900000">
            <a:off x="7886224" y="1975961"/>
            <a:ext cx="1614964" cy="2546509"/>
          </a:xfrm>
          <a:custGeom>
            <a:avLst/>
            <a:gdLst>
              <a:gd name="connsiteX0" fmla="*/ 149048 w 2792425"/>
              <a:gd name="connsiteY0" fmla="*/ 53035 h 3971544"/>
              <a:gd name="connsiteX1" fmla="*/ 13031 w 2792425"/>
              <a:gd name="connsiteY1" fmla="*/ 0 h 3971544"/>
              <a:gd name="connsiteX2" fmla="*/ 0 w 2792425"/>
              <a:gd name="connsiteY2" fmla="*/ 128321 h 3971544"/>
              <a:gd name="connsiteX3" fmla="*/ 29261 w 2792425"/>
              <a:gd name="connsiteY3" fmla="*/ 113538 h 3971544"/>
              <a:gd name="connsiteX4" fmla="*/ 2536165 w 2792425"/>
              <a:gd name="connsiteY4" fmla="*/ 3971544 h 3971544"/>
              <a:gd name="connsiteX5" fmla="*/ 2792426 w 2792425"/>
              <a:gd name="connsiteY5" fmla="*/ 3870808 h 3971544"/>
              <a:gd name="connsiteX6" fmla="*/ 119635 w 2792425"/>
              <a:gd name="connsiteY6" fmla="*/ 67894 h 3971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1" h="5347">
                <a:moveTo>
                  <a:pt x="24" y="0"/>
                </a:moveTo>
                <a:lnTo>
                  <a:pt x="279" y="99"/>
                </a:lnTo>
                <a:lnTo>
                  <a:pt x="224" y="127"/>
                </a:lnTo>
                <a:lnTo>
                  <a:pt x="3082" y="4194"/>
                </a:lnTo>
                <a:lnTo>
                  <a:pt x="3391" y="5347"/>
                </a:lnTo>
                <a:lnTo>
                  <a:pt x="55" y="212"/>
                </a:lnTo>
                <a:lnTo>
                  <a:pt x="0" y="240"/>
                </a:lnTo>
                <a:lnTo>
                  <a:pt x="24" y="0"/>
                </a:lnTo>
                <a:close/>
              </a:path>
            </a:pathLst>
          </a:custGeom>
          <a:gradFill>
            <a:gsLst>
              <a:gs pos="15000">
                <a:schemeClr val="accent1">
                  <a:lumMod val="20000"/>
                  <a:lumOff val="80000"/>
                </a:schemeClr>
              </a:gs>
              <a:gs pos="100000">
                <a:schemeClr val="accent3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30" name="任意多边形: 形状 129"/>
          <p:cNvSpPr/>
          <p:nvPr>
            <p:custDataLst>
              <p:tags r:id="rId10"/>
            </p:custDataLst>
          </p:nvPr>
        </p:nvSpPr>
        <p:spPr>
          <a:xfrm rot="900000">
            <a:off x="7492841" y="1748790"/>
            <a:ext cx="1942624" cy="3265646"/>
          </a:xfrm>
          <a:custGeom>
            <a:avLst/>
            <a:gdLst>
              <a:gd name="connsiteX0" fmla="*/ 158344 w 2593695"/>
              <a:gd name="connsiteY0" fmla="*/ 47854 h 4418304"/>
              <a:gd name="connsiteX1" fmla="*/ 30023 w 2593695"/>
              <a:gd name="connsiteY1" fmla="*/ 0 h 4418304"/>
              <a:gd name="connsiteX2" fmla="*/ 0 w 2593695"/>
              <a:gd name="connsiteY2" fmla="*/ 129311 h 4418304"/>
              <a:gd name="connsiteX3" fmla="*/ 31166 w 2593695"/>
              <a:gd name="connsiteY3" fmla="*/ 113309 h 4418304"/>
              <a:gd name="connsiteX4" fmla="*/ 2285696 w 2593695"/>
              <a:gd name="connsiteY4" fmla="*/ 4418305 h 4418304"/>
              <a:gd name="connsiteX5" fmla="*/ 2593696 w 2593695"/>
              <a:gd name="connsiteY5" fmla="*/ 4297223 h 4418304"/>
              <a:gd name="connsiteX6" fmla="*/ 127102 w 2593695"/>
              <a:gd name="connsiteY6" fmla="*/ 63932 h 441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9" h="6857">
                <a:moveTo>
                  <a:pt x="56" y="0"/>
                </a:moveTo>
                <a:lnTo>
                  <a:pt x="296" y="90"/>
                </a:lnTo>
                <a:lnTo>
                  <a:pt x="238" y="120"/>
                </a:lnTo>
                <a:lnTo>
                  <a:pt x="4079" y="6712"/>
                </a:lnTo>
                <a:lnTo>
                  <a:pt x="3538" y="6857"/>
                </a:lnTo>
                <a:lnTo>
                  <a:pt x="58" y="212"/>
                </a:lnTo>
                <a:lnTo>
                  <a:pt x="0" y="242"/>
                </a:lnTo>
                <a:lnTo>
                  <a:pt x="56" y="0"/>
                </a:lnTo>
                <a:close/>
              </a:path>
            </a:pathLst>
          </a:custGeom>
          <a:gradFill>
            <a:gsLst>
              <a:gs pos="1300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32" name="任意多边形: 形状 131"/>
          <p:cNvSpPr/>
          <p:nvPr>
            <p:custDataLst>
              <p:tags r:id="rId11"/>
            </p:custDataLst>
          </p:nvPr>
        </p:nvSpPr>
        <p:spPr>
          <a:xfrm rot="900000">
            <a:off x="7227570" y="3272790"/>
            <a:ext cx="566261" cy="1850231"/>
          </a:xfrm>
          <a:custGeom>
            <a:avLst/>
            <a:gdLst>
              <a:gd name="connsiteX0" fmla="*/ 77495 w 1352625"/>
              <a:gd name="connsiteY0" fmla="*/ 32690 h 4622520"/>
              <a:gd name="connsiteX1" fmla="*/ 24384 w 1352625"/>
              <a:gd name="connsiteY1" fmla="*/ 0 h 4622520"/>
              <a:gd name="connsiteX2" fmla="*/ 0 w 1352625"/>
              <a:gd name="connsiteY2" fmla="*/ 72314 h 4622520"/>
              <a:gd name="connsiteX3" fmla="*/ 15240 w 1352625"/>
              <a:gd name="connsiteY3" fmla="*/ 64465 h 4622520"/>
              <a:gd name="connsiteX4" fmla="*/ 1214627 w 1352625"/>
              <a:gd name="connsiteY4" fmla="*/ 4622521 h 4622520"/>
              <a:gd name="connsiteX5" fmla="*/ 1352625 w 1352625"/>
              <a:gd name="connsiteY5" fmla="*/ 4568190 h 4622520"/>
              <a:gd name="connsiteX6" fmla="*/ 62179 w 1352625"/>
              <a:gd name="connsiteY6" fmla="*/ 40462 h 462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" h="3885">
                <a:moveTo>
                  <a:pt x="46" y="0"/>
                </a:moveTo>
                <a:lnTo>
                  <a:pt x="145" y="61"/>
                </a:lnTo>
                <a:lnTo>
                  <a:pt x="116" y="76"/>
                </a:lnTo>
                <a:lnTo>
                  <a:pt x="1189" y="3839"/>
                </a:lnTo>
                <a:lnTo>
                  <a:pt x="1019" y="3885"/>
                </a:lnTo>
                <a:lnTo>
                  <a:pt x="29" y="121"/>
                </a:lnTo>
                <a:lnTo>
                  <a:pt x="0" y="135"/>
                </a:lnTo>
                <a:lnTo>
                  <a:pt x="46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91000">
                <a:schemeClr val="accent2">
                  <a:alpha val="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34" name="任意多边形: 形状 133"/>
          <p:cNvSpPr/>
          <p:nvPr>
            <p:custDataLst>
              <p:tags r:id="rId12"/>
            </p:custDataLst>
          </p:nvPr>
        </p:nvSpPr>
        <p:spPr>
          <a:xfrm rot="900000">
            <a:off x="7676198" y="3752374"/>
            <a:ext cx="1144429" cy="1443038"/>
          </a:xfrm>
          <a:custGeom>
            <a:avLst/>
            <a:gdLst>
              <a:gd name="connsiteX0" fmla="*/ 1531011 w 1531010"/>
              <a:gd name="connsiteY0" fmla="*/ 1805254 h 2405405"/>
              <a:gd name="connsiteX1" fmla="*/ 818921 w 1531010"/>
              <a:gd name="connsiteY1" fmla="*/ 2405405 h 2405405"/>
              <a:gd name="connsiteX2" fmla="*/ 95859 w 1531010"/>
              <a:gd name="connsiteY2" fmla="*/ 487832 h 2405405"/>
              <a:gd name="connsiteX3" fmla="*/ 0 w 1531010"/>
              <a:gd name="connsiteY3" fmla="*/ 100051 h 2405405"/>
              <a:gd name="connsiteX4" fmla="*/ 210846 w 1531010"/>
              <a:gd name="connsiteY4" fmla="*/ 0 h 2405405"/>
              <a:gd name="connsiteX5" fmla="*/ 457658 w 1531010"/>
              <a:gd name="connsiteY5" fmla="*/ 105003 h 240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3" h="3030">
                <a:moveTo>
                  <a:pt x="394" y="0"/>
                </a:moveTo>
                <a:lnTo>
                  <a:pt x="856" y="196"/>
                </a:lnTo>
                <a:lnTo>
                  <a:pt x="2403" y="2648"/>
                </a:lnTo>
                <a:lnTo>
                  <a:pt x="977" y="3030"/>
                </a:lnTo>
                <a:lnTo>
                  <a:pt x="179" y="913"/>
                </a:lnTo>
                <a:lnTo>
                  <a:pt x="0" y="187"/>
                </a:lnTo>
                <a:lnTo>
                  <a:pt x="394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135" name="任意多边形: 形状 134"/>
          <p:cNvSpPr/>
          <p:nvPr>
            <p:custDataLst>
              <p:tags r:id="rId13"/>
            </p:custDataLst>
          </p:nvPr>
        </p:nvSpPr>
        <p:spPr>
          <a:xfrm rot="900000">
            <a:off x="6854190" y="2526030"/>
            <a:ext cx="2448878" cy="2604135"/>
          </a:xfrm>
          <a:custGeom>
            <a:avLst/>
            <a:gdLst>
              <a:gd name="connsiteX0" fmla="*/ 1608271 w 3013017"/>
              <a:gd name="connsiteY0" fmla="*/ 314615 h 3708095"/>
              <a:gd name="connsiteX1" fmla="*/ 1109619 w 3013017"/>
              <a:gd name="connsiteY1" fmla="*/ 8824 h 3708095"/>
              <a:gd name="connsiteX2" fmla="*/ 899687 w 3013017"/>
              <a:gd name="connsiteY2" fmla="*/ 47229 h 3708095"/>
              <a:gd name="connsiteX3" fmla="*/ 756203 w 3013017"/>
              <a:gd name="connsiteY3" fmla="*/ 29475 h 3708095"/>
              <a:gd name="connsiteX4" fmla="*/ 652190 w 3013017"/>
              <a:gd name="connsiteY4" fmla="*/ 66127 h 3708095"/>
              <a:gd name="connsiteX5" fmla="*/ 484550 w 3013017"/>
              <a:gd name="connsiteY5" fmla="*/ 51039 h 3708095"/>
              <a:gd name="connsiteX6" fmla="*/ 313709 w 3013017"/>
              <a:gd name="connsiteY6" fmla="*/ 142860 h 3708095"/>
              <a:gd name="connsiteX7" fmla="*/ 176320 w 3013017"/>
              <a:gd name="connsiteY7" fmla="*/ 175169 h 3708095"/>
              <a:gd name="connsiteX8" fmla="*/ 1213 w 3013017"/>
              <a:gd name="connsiteY8" fmla="*/ 810601 h 3708095"/>
              <a:gd name="connsiteX9" fmla="*/ 145307 w 3013017"/>
              <a:gd name="connsiteY9" fmla="*/ 906841 h 3708095"/>
              <a:gd name="connsiteX10" fmla="*/ 55696 w 3013017"/>
              <a:gd name="connsiteY10" fmla="*/ 999424 h 3708095"/>
              <a:gd name="connsiteX11" fmla="*/ 168320 w 3013017"/>
              <a:gd name="connsiteY11" fmla="*/ 1351164 h 3708095"/>
              <a:gd name="connsiteX12" fmla="*/ 804819 w 3013017"/>
              <a:gd name="connsiteY12" fmla="*/ 1492819 h 3708095"/>
              <a:gd name="connsiteX13" fmla="*/ 950437 w 3013017"/>
              <a:gd name="connsiteY13" fmla="*/ 1466225 h 3708095"/>
              <a:gd name="connsiteX14" fmla="*/ 1012235 w 3013017"/>
              <a:gd name="connsiteY14" fmla="*/ 1499906 h 3708095"/>
              <a:gd name="connsiteX15" fmla="*/ 1240377 w 3013017"/>
              <a:gd name="connsiteY15" fmla="*/ 1934017 h 3708095"/>
              <a:gd name="connsiteX16" fmla="*/ 1922520 w 3013017"/>
              <a:gd name="connsiteY16" fmla="*/ 3708030 h 3708095"/>
              <a:gd name="connsiteX17" fmla="*/ 1302175 w 3013017"/>
              <a:gd name="connsiteY17" fmla="*/ 1715094 h 3708095"/>
              <a:gd name="connsiteX18" fmla="*/ 1174236 w 3013017"/>
              <a:gd name="connsiteY18" fmla="*/ 1409533 h 3708095"/>
              <a:gd name="connsiteX19" fmla="*/ 1249674 w 3013017"/>
              <a:gd name="connsiteY19" fmla="*/ 1380424 h 3708095"/>
              <a:gd name="connsiteX20" fmla="*/ 1620997 w 3013017"/>
              <a:gd name="connsiteY20" fmla="*/ 2257334 h 3708095"/>
              <a:gd name="connsiteX21" fmla="*/ 1331817 w 3013017"/>
              <a:gd name="connsiteY21" fmla="*/ 1406713 h 3708095"/>
              <a:gd name="connsiteX22" fmla="*/ 1525365 w 3013017"/>
              <a:gd name="connsiteY22" fmla="*/ 1475064 h 3708095"/>
              <a:gd name="connsiteX23" fmla="*/ 2343068 w 3013017"/>
              <a:gd name="connsiteY23" fmla="*/ 3176154 h 3708095"/>
              <a:gd name="connsiteX24" fmla="*/ 2488229 w 3013017"/>
              <a:gd name="connsiteY24" fmla="*/ 3142168 h 3708095"/>
              <a:gd name="connsiteX25" fmla="*/ 2236312 w 3013017"/>
              <a:gd name="connsiteY25" fmla="*/ 2488753 h 3708095"/>
              <a:gd name="connsiteX26" fmla="*/ 2574564 w 3013017"/>
              <a:gd name="connsiteY26" fmla="*/ 3121975 h 3708095"/>
              <a:gd name="connsiteX27" fmla="*/ 3013018 w 3013017"/>
              <a:gd name="connsiteY27" fmla="*/ 3019258 h 3708095"/>
              <a:gd name="connsiteX28" fmla="*/ 1892954 w 3013017"/>
              <a:gd name="connsiteY28" fmla="*/ 1103742 h 3708095"/>
              <a:gd name="connsiteX29" fmla="*/ 1752975 w 3013017"/>
              <a:gd name="connsiteY29" fmla="*/ 856854 h 3708095"/>
              <a:gd name="connsiteX30" fmla="*/ 1608271 w 3013017"/>
              <a:gd name="connsiteY30" fmla="*/ 314615 h 3708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42" h="5468">
                <a:moveTo>
                  <a:pt x="1988" y="0"/>
                </a:moveTo>
                <a:cubicBezTo>
                  <a:pt x="2020" y="0"/>
                  <a:pt x="2050" y="4"/>
                  <a:pt x="2076" y="17"/>
                </a:cubicBezTo>
                <a:cubicBezTo>
                  <a:pt x="2180" y="65"/>
                  <a:pt x="3009" y="589"/>
                  <a:pt x="3009" y="589"/>
                </a:cubicBezTo>
                <a:cubicBezTo>
                  <a:pt x="3084" y="1000"/>
                  <a:pt x="3143" y="1263"/>
                  <a:pt x="3280" y="1603"/>
                </a:cubicBezTo>
                <a:cubicBezTo>
                  <a:pt x="3416" y="1943"/>
                  <a:pt x="3524" y="1948"/>
                  <a:pt x="3541" y="2065"/>
                </a:cubicBezTo>
                <a:cubicBezTo>
                  <a:pt x="3590" y="2384"/>
                  <a:pt x="4415" y="3778"/>
                  <a:pt x="5128" y="4883"/>
                </a:cubicBezTo>
                <a:lnTo>
                  <a:pt x="5142" y="4905"/>
                </a:lnTo>
                <a:lnTo>
                  <a:pt x="4420" y="5098"/>
                </a:lnTo>
                <a:lnTo>
                  <a:pt x="4184" y="4657"/>
                </a:lnTo>
                <a:lnTo>
                  <a:pt x="4360" y="5114"/>
                </a:lnTo>
                <a:lnTo>
                  <a:pt x="4028" y="5203"/>
                </a:lnTo>
                <a:lnTo>
                  <a:pt x="2854" y="2760"/>
                </a:lnTo>
                <a:cubicBezTo>
                  <a:pt x="2854" y="2760"/>
                  <a:pt x="2503" y="2563"/>
                  <a:pt x="2492" y="2632"/>
                </a:cubicBezTo>
                <a:cubicBezTo>
                  <a:pt x="2473" y="2750"/>
                  <a:pt x="3033" y="4224"/>
                  <a:pt x="3033" y="4224"/>
                </a:cubicBezTo>
                <a:lnTo>
                  <a:pt x="2338" y="2583"/>
                </a:lnTo>
                <a:cubicBezTo>
                  <a:pt x="2338" y="2583"/>
                  <a:pt x="2281" y="2613"/>
                  <a:pt x="2197" y="2637"/>
                </a:cubicBezTo>
                <a:cubicBezTo>
                  <a:pt x="2113" y="2662"/>
                  <a:pt x="2430" y="3131"/>
                  <a:pt x="2436" y="3209"/>
                </a:cubicBezTo>
                <a:cubicBezTo>
                  <a:pt x="2451" y="3381"/>
                  <a:pt x="2778" y="4430"/>
                  <a:pt x="3082" y="5371"/>
                </a:cubicBezTo>
                <a:lnTo>
                  <a:pt x="3107" y="5450"/>
                </a:lnTo>
                <a:lnTo>
                  <a:pt x="3040" y="5468"/>
                </a:lnTo>
                <a:lnTo>
                  <a:pt x="3027" y="5434"/>
                </a:lnTo>
                <a:cubicBezTo>
                  <a:pt x="2763" y="4744"/>
                  <a:pt x="2473" y="3996"/>
                  <a:pt x="2321" y="3619"/>
                </a:cubicBezTo>
                <a:cubicBezTo>
                  <a:pt x="2262" y="3474"/>
                  <a:pt x="1894" y="2806"/>
                  <a:pt x="1894" y="2806"/>
                </a:cubicBezTo>
                <a:cubicBezTo>
                  <a:pt x="1894" y="2806"/>
                  <a:pt x="1858" y="2758"/>
                  <a:pt x="1778" y="2743"/>
                </a:cubicBezTo>
                <a:cubicBezTo>
                  <a:pt x="1699" y="2729"/>
                  <a:pt x="1647" y="2791"/>
                  <a:pt x="1506" y="2793"/>
                </a:cubicBezTo>
                <a:cubicBezTo>
                  <a:pt x="1364" y="2795"/>
                  <a:pt x="326" y="2542"/>
                  <a:pt x="315" y="2528"/>
                </a:cubicBezTo>
                <a:cubicBezTo>
                  <a:pt x="304" y="2514"/>
                  <a:pt x="54" y="1969"/>
                  <a:pt x="104" y="1870"/>
                </a:cubicBezTo>
                <a:cubicBezTo>
                  <a:pt x="155" y="1771"/>
                  <a:pt x="272" y="1697"/>
                  <a:pt x="272" y="1697"/>
                </a:cubicBezTo>
                <a:cubicBezTo>
                  <a:pt x="272" y="1697"/>
                  <a:pt x="33" y="1617"/>
                  <a:pt x="2" y="1517"/>
                </a:cubicBezTo>
                <a:cubicBezTo>
                  <a:pt x="-28" y="1416"/>
                  <a:pt x="255" y="411"/>
                  <a:pt x="330" y="328"/>
                </a:cubicBezTo>
                <a:cubicBezTo>
                  <a:pt x="405" y="245"/>
                  <a:pt x="492" y="296"/>
                  <a:pt x="587" y="267"/>
                </a:cubicBezTo>
                <a:cubicBezTo>
                  <a:pt x="682" y="239"/>
                  <a:pt x="765" y="147"/>
                  <a:pt x="907" y="95"/>
                </a:cubicBezTo>
                <a:cubicBezTo>
                  <a:pt x="1049" y="44"/>
                  <a:pt x="1075" y="140"/>
                  <a:pt x="1220" y="124"/>
                </a:cubicBezTo>
                <a:cubicBezTo>
                  <a:pt x="1260" y="119"/>
                  <a:pt x="1373" y="55"/>
                  <a:pt x="1415" y="55"/>
                </a:cubicBezTo>
                <a:cubicBezTo>
                  <a:pt x="1514" y="55"/>
                  <a:pt x="1597" y="124"/>
                  <a:pt x="1683" y="88"/>
                </a:cubicBezTo>
                <a:cubicBezTo>
                  <a:pt x="1776" y="50"/>
                  <a:pt x="1892" y="1"/>
                  <a:pt x="198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85000">
                <a:schemeClr val="accent1">
                  <a:lumMod val="0"/>
                  <a:lumOff val="100000"/>
                </a:schemeClr>
              </a:gs>
            </a:gsLst>
            <a:lin ang="540000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136" name="任意多边形: 形状 135"/>
          <p:cNvSpPr/>
          <p:nvPr>
            <p:custDataLst>
              <p:tags r:id="rId14"/>
            </p:custDataLst>
          </p:nvPr>
        </p:nvSpPr>
        <p:spPr>
          <a:xfrm rot="900000">
            <a:off x="7151370" y="2393633"/>
            <a:ext cx="1033463" cy="689134"/>
          </a:xfrm>
          <a:custGeom>
            <a:avLst/>
            <a:gdLst>
              <a:gd name="connsiteX0" fmla="*/ 742950 w 1159688"/>
              <a:gd name="connsiteY0" fmla="*/ 251393 h 773260"/>
              <a:gd name="connsiteX1" fmla="*/ 770916 w 1159688"/>
              <a:gd name="connsiteY1" fmla="*/ 338947 h 773260"/>
              <a:gd name="connsiteX2" fmla="*/ 752018 w 1159688"/>
              <a:gd name="connsiteY2" fmla="*/ 635136 h 773260"/>
              <a:gd name="connsiteX3" fmla="*/ 762914 w 1159688"/>
              <a:gd name="connsiteY3" fmla="*/ 684056 h 773260"/>
              <a:gd name="connsiteX4" fmla="*/ 897408 w 1159688"/>
              <a:gd name="connsiteY4" fmla="*/ 681390 h 773260"/>
              <a:gd name="connsiteX5" fmla="*/ 958673 w 1159688"/>
              <a:gd name="connsiteY5" fmla="*/ 695411 h 773260"/>
              <a:gd name="connsiteX6" fmla="*/ 928116 w 1159688"/>
              <a:gd name="connsiteY6" fmla="*/ 620582 h 773260"/>
              <a:gd name="connsiteX7" fmla="*/ 997534 w 1159688"/>
              <a:gd name="connsiteY7" fmla="*/ 248345 h 773260"/>
              <a:gd name="connsiteX8" fmla="*/ 968883 w 1159688"/>
              <a:gd name="connsiteY8" fmla="*/ 242249 h 773260"/>
              <a:gd name="connsiteX9" fmla="*/ 1013156 w 1159688"/>
              <a:gd name="connsiteY9" fmla="*/ 136864 h 773260"/>
              <a:gd name="connsiteX10" fmla="*/ 1009421 w 1159688"/>
              <a:gd name="connsiteY10" fmla="*/ 108518 h 773260"/>
              <a:gd name="connsiteX11" fmla="*/ 1159688 w 1159688"/>
              <a:gd name="connsiteY11" fmla="*/ 100364 h 773260"/>
              <a:gd name="connsiteX12" fmla="*/ 994944 w 1159688"/>
              <a:gd name="connsiteY12" fmla="*/ 1609 h 773260"/>
              <a:gd name="connsiteX13" fmla="*/ 853898 w 1159688"/>
              <a:gd name="connsiteY13" fmla="*/ 55178 h 773260"/>
              <a:gd name="connsiteX14" fmla="*/ 657606 w 1159688"/>
              <a:gd name="connsiteY14" fmla="*/ 57769 h 773260"/>
              <a:gd name="connsiteX15" fmla="*/ 453619 w 1159688"/>
              <a:gd name="connsiteY15" fmla="*/ 79562 h 773260"/>
              <a:gd name="connsiteX16" fmla="*/ 266853 w 1159688"/>
              <a:gd name="connsiteY16" fmla="*/ 147532 h 773260"/>
              <a:gd name="connsiteX17" fmla="*/ 129160 w 1159688"/>
              <a:gd name="connsiteY17" fmla="*/ 250479 h 773260"/>
              <a:gd name="connsiteX18" fmla="*/ 0 w 1159688"/>
              <a:gd name="connsiteY18" fmla="*/ 770086 h 773260"/>
              <a:gd name="connsiteX19" fmla="*/ 86411 w 1159688"/>
              <a:gd name="connsiteY19" fmla="*/ 768410 h 773260"/>
              <a:gd name="connsiteX20" fmla="*/ 184252 w 1159688"/>
              <a:gd name="connsiteY20" fmla="*/ 606333 h 773260"/>
              <a:gd name="connsiteX21" fmla="*/ 278130 w 1159688"/>
              <a:gd name="connsiteY21" fmla="*/ 282101 h 773260"/>
              <a:gd name="connsiteX22" fmla="*/ 296647 w 1159688"/>
              <a:gd name="connsiteY22" fmla="*/ 355254 h 773260"/>
              <a:gd name="connsiteX23" fmla="*/ 345186 w 1159688"/>
              <a:gd name="connsiteY23" fmla="*/ 280959 h 773260"/>
              <a:gd name="connsiteX24" fmla="*/ 254279 w 1159688"/>
              <a:gd name="connsiteY24" fmla="*/ 584996 h 773260"/>
              <a:gd name="connsiteX25" fmla="*/ 231267 w 1159688"/>
              <a:gd name="connsiteY25" fmla="*/ 748674 h 773260"/>
              <a:gd name="connsiteX26" fmla="*/ 331851 w 1159688"/>
              <a:gd name="connsiteY26" fmla="*/ 761628 h 773260"/>
              <a:gd name="connsiteX27" fmla="*/ 429463 w 1159688"/>
              <a:gd name="connsiteY27" fmla="*/ 702954 h 773260"/>
              <a:gd name="connsiteX28" fmla="*/ 490576 w 1159688"/>
              <a:gd name="connsiteY28" fmla="*/ 280882 h 773260"/>
              <a:gd name="connsiteX29" fmla="*/ 519227 w 1159688"/>
              <a:gd name="connsiteY29" fmla="*/ 323326 h 773260"/>
              <a:gd name="connsiteX30" fmla="*/ 538582 w 1159688"/>
              <a:gd name="connsiteY30" fmla="*/ 276615 h 773260"/>
              <a:gd name="connsiteX31" fmla="*/ 525933 w 1159688"/>
              <a:gd name="connsiteY31" fmla="*/ 459648 h 773260"/>
              <a:gd name="connsiteX32" fmla="*/ 493700 w 1159688"/>
              <a:gd name="connsiteY32" fmla="*/ 715908 h 773260"/>
              <a:gd name="connsiteX33" fmla="*/ 529514 w 1159688"/>
              <a:gd name="connsiteY33" fmla="*/ 732596 h 773260"/>
              <a:gd name="connsiteX34" fmla="*/ 668808 w 1159688"/>
              <a:gd name="connsiteY34" fmla="*/ 724824 h 773260"/>
              <a:gd name="connsiteX35" fmla="*/ 705384 w 1159688"/>
              <a:gd name="connsiteY35" fmla="*/ 698306 h 773260"/>
              <a:gd name="connsiteX36" fmla="*/ 747598 w 1159688"/>
              <a:gd name="connsiteY36" fmla="*/ 347328 h 773260"/>
              <a:gd name="connsiteX37" fmla="*/ 742950 w 1159688"/>
              <a:gd name="connsiteY37" fmla="*/ 251393 h 773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59688" h="773260">
                <a:moveTo>
                  <a:pt x="742950" y="251393"/>
                </a:moveTo>
                <a:lnTo>
                  <a:pt x="770916" y="338947"/>
                </a:lnTo>
                <a:lnTo>
                  <a:pt x="752018" y="635136"/>
                </a:lnTo>
                <a:lnTo>
                  <a:pt x="762914" y="684056"/>
                </a:lnTo>
                <a:lnTo>
                  <a:pt x="897408" y="681390"/>
                </a:lnTo>
                <a:lnTo>
                  <a:pt x="958673" y="695411"/>
                </a:lnTo>
                <a:lnTo>
                  <a:pt x="928116" y="620582"/>
                </a:lnTo>
                <a:lnTo>
                  <a:pt x="997534" y="248345"/>
                </a:lnTo>
                <a:lnTo>
                  <a:pt x="968883" y="242249"/>
                </a:lnTo>
                <a:cubicBezTo>
                  <a:pt x="968883" y="242249"/>
                  <a:pt x="1018489" y="151495"/>
                  <a:pt x="1013156" y="136864"/>
                </a:cubicBezTo>
                <a:cubicBezTo>
                  <a:pt x="1007821" y="122310"/>
                  <a:pt x="1009421" y="108518"/>
                  <a:pt x="1009421" y="108518"/>
                </a:cubicBezTo>
                <a:lnTo>
                  <a:pt x="1159688" y="100364"/>
                </a:lnTo>
                <a:cubicBezTo>
                  <a:pt x="1159688" y="100364"/>
                  <a:pt x="1094690" y="-14850"/>
                  <a:pt x="994944" y="1609"/>
                </a:cubicBezTo>
                <a:cubicBezTo>
                  <a:pt x="941223" y="10449"/>
                  <a:pt x="917906" y="33918"/>
                  <a:pt x="853898" y="55178"/>
                </a:cubicBezTo>
                <a:cubicBezTo>
                  <a:pt x="798882" y="73390"/>
                  <a:pt x="734187" y="18373"/>
                  <a:pt x="657606" y="57769"/>
                </a:cubicBezTo>
                <a:cubicBezTo>
                  <a:pt x="551383" y="112480"/>
                  <a:pt x="539573" y="61426"/>
                  <a:pt x="453619" y="79562"/>
                </a:cubicBezTo>
                <a:cubicBezTo>
                  <a:pt x="367665" y="97621"/>
                  <a:pt x="343281" y="139531"/>
                  <a:pt x="266853" y="147532"/>
                </a:cubicBezTo>
                <a:cubicBezTo>
                  <a:pt x="190424" y="155533"/>
                  <a:pt x="155448" y="184032"/>
                  <a:pt x="129160" y="250479"/>
                </a:cubicBezTo>
                <a:cubicBezTo>
                  <a:pt x="57836" y="431377"/>
                  <a:pt x="0" y="770086"/>
                  <a:pt x="0" y="770086"/>
                </a:cubicBezTo>
                <a:cubicBezTo>
                  <a:pt x="0" y="770086"/>
                  <a:pt x="50292" y="778240"/>
                  <a:pt x="86411" y="768410"/>
                </a:cubicBezTo>
                <a:cubicBezTo>
                  <a:pt x="122454" y="758580"/>
                  <a:pt x="148210" y="738387"/>
                  <a:pt x="184252" y="606333"/>
                </a:cubicBezTo>
                <a:cubicBezTo>
                  <a:pt x="243764" y="419261"/>
                  <a:pt x="278130" y="282101"/>
                  <a:pt x="278130" y="282101"/>
                </a:cubicBezTo>
                <a:cubicBezTo>
                  <a:pt x="278130" y="282101"/>
                  <a:pt x="293294" y="337042"/>
                  <a:pt x="296647" y="355254"/>
                </a:cubicBezTo>
                <a:cubicBezTo>
                  <a:pt x="310362" y="373313"/>
                  <a:pt x="345186" y="280959"/>
                  <a:pt x="345186" y="280959"/>
                </a:cubicBezTo>
                <a:cubicBezTo>
                  <a:pt x="345186" y="280959"/>
                  <a:pt x="266471" y="527694"/>
                  <a:pt x="254279" y="584996"/>
                </a:cubicBezTo>
                <a:cubicBezTo>
                  <a:pt x="242088" y="642299"/>
                  <a:pt x="201244" y="729853"/>
                  <a:pt x="231267" y="748674"/>
                </a:cubicBezTo>
                <a:cubicBezTo>
                  <a:pt x="261290" y="767495"/>
                  <a:pt x="285141" y="778621"/>
                  <a:pt x="331851" y="761628"/>
                </a:cubicBezTo>
                <a:cubicBezTo>
                  <a:pt x="378562" y="744635"/>
                  <a:pt x="422606" y="742883"/>
                  <a:pt x="429463" y="702954"/>
                </a:cubicBezTo>
                <a:cubicBezTo>
                  <a:pt x="452628" y="567318"/>
                  <a:pt x="521132" y="341081"/>
                  <a:pt x="490576" y="280882"/>
                </a:cubicBezTo>
                <a:cubicBezTo>
                  <a:pt x="477926" y="255965"/>
                  <a:pt x="508788" y="297570"/>
                  <a:pt x="519227" y="323326"/>
                </a:cubicBezTo>
                <a:cubicBezTo>
                  <a:pt x="530504" y="330412"/>
                  <a:pt x="538582" y="276615"/>
                  <a:pt x="538582" y="276615"/>
                </a:cubicBezTo>
                <a:cubicBezTo>
                  <a:pt x="538582" y="276615"/>
                  <a:pt x="547878" y="365769"/>
                  <a:pt x="525933" y="459648"/>
                </a:cubicBezTo>
                <a:cubicBezTo>
                  <a:pt x="503987" y="553602"/>
                  <a:pt x="493700" y="715908"/>
                  <a:pt x="493700" y="715908"/>
                </a:cubicBezTo>
                <a:lnTo>
                  <a:pt x="529514" y="732596"/>
                </a:lnTo>
                <a:cubicBezTo>
                  <a:pt x="529514" y="732596"/>
                  <a:pt x="660044" y="728024"/>
                  <a:pt x="668808" y="724824"/>
                </a:cubicBezTo>
                <a:cubicBezTo>
                  <a:pt x="677571" y="721623"/>
                  <a:pt x="705384" y="698306"/>
                  <a:pt x="705384" y="698306"/>
                </a:cubicBezTo>
                <a:lnTo>
                  <a:pt x="747598" y="347328"/>
                </a:lnTo>
                <a:lnTo>
                  <a:pt x="742950" y="2513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137" name="任意多边形: 形状 136"/>
          <p:cNvSpPr/>
          <p:nvPr>
            <p:custDataLst>
              <p:tags r:id="rId15"/>
            </p:custDataLst>
          </p:nvPr>
        </p:nvSpPr>
        <p:spPr>
          <a:xfrm rot="900000">
            <a:off x="7039928" y="3101340"/>
            <a:ext cx="493871" cy="303371"/>
          </a:xfrm>
          <a:custGeom>
            <a:avLst/>
            <a:gdLst>
              <a:gd name="connsiteX0" fmla="*/ 554175 w 554428"/>
              <a:gd name="connsiteY0" fmla="*/ 12649 h 340449"/>
              <a:gd name="connsiteX1" fmla="*/ 373809 w 554428"/>
              <a:gd name="connsiteY1" fmla="*/ 25451 h 340449"/>
              <a:gd name="connsiteX2" fmla="*/ 304847 w 554428"/>
              <a:gd name="connsiteY2" fmla="*/ 17526 h 340449"/>
              <a:gd name="connsiteX3" fmla="*/ 262099 w 554428"/>
              <a:gd name="connsiteY3" fmla="*/ 0 h 340449"/>
              <a:gd name="connsiteX4" fmla="*/ 145285 w 554428"/>
              <a:gd name="connsiteY4" fmla="*/ 13259 h 340449"/>
              <a:gd name="connsiteX5" fmla="*/ 276 w 554428"/>
              <a:gd name="connsiteY5" fmla="*/ 125501 h 340449"/>
              <a:gd name="connsiteX6" fmla="*/ 106118 w 554428"/>
              <a:gd name="connsiteY6" fmla="*/ 334366 h 340449"/>
              <a:gd name="connsiteX7" fmla="*/ 157935 w 554428"/>
              <a:gd name="connsiteY7" fmla="*/ 285750 h 340449"/>
              <a:gd name="connsiteX8" fmla="*/ 162125 w 554428"/>
              <a:gd name="connsiteY8" fmla="*/ 224714 h 340449"/>
              <a:gd name="connsiteX9" fmla="*/ 255013 w 554428"/>
              <a:gd name="connsiteY9" fmla="*/ 243764 h 340449"/>
              <a:gd name="connsiteX10" fmla="*/ 470659 w 554428"/>
              <a:gd name="connsiteY10" fmla="*/ 191719 h 340449"/>
              <a:gd name="connsiteX11" fmla="*/ 377314 w 554428"/>
              <a:gd name="connsiteY11" fmla="*/ 189357 h 340449"/>
              <a:gd name="connsiteX12" fmla="*/ 363751 w 554428"/>
              <a:gd name="connsiteY12" fmla="*/ 88544 h 340449"/>
              <a:gd name="connsiteX13" fmla="*/ 387373 w 554428"/>
              <a:gd name="connsiteY13" fmla="*/ 162535 h 340449"/>
              <a:gd name="connsiteX14" fmla="*/ 505939 w 554428"/>
              <a:gd name="connsiteY14" fmla="*/ 152400 h 340449"/>
              <a:gd name="connsiteX15" fmla="*/ 554175 w 554428"/>
              <a:gd name="connsiteY15" fmla="*/ 12649 h 34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4428" h="340449">
                <a:moveTo>
                  <a:pt x="554175" y="12649"/>
                </a:moveTo>
                <a:cubicBezTo>
                  <a:pt x="554175" y="12649"/>
                  <a:pt x="390497" y="25984"/>
                  <a:pt x="373809" y="25451"/>
                </a:cubicBezTo>
                <a:cubicBezTo>
                  <a:pt x="357122" y="24918"/>
                  <a:pt x="331594" y="27584"/>
                  <a:pt x="304847" y="17526"/>
                </a:cubicBezTo>
                <a:cubicBezTo>
                  <a:pt x="278026" y="7467"/>
                  <a:pt x="262099" y="0"/>
                  <a:pt x="262099" y="0"/>
                </a:cubicBezTo>
                <a:cubicBezTo>
                  <a:pt x="262099" y="0"/>
                  <a:pt x="171574" y="3734"/>
                  <a:pt x="145285" y="13259"/>
                </a:cubicBezTo>
                <a:cubicBezTo>
                  <a:pt x="118997" y="22860"/>
                  <a:pt x="-6658" y="88392"/>
                  <a:pt x="276" y="125501"/>
                </a:cubicBezTo>
                <a:cubicBezTo>
                  <a:pt x="7211" y="162687"/>
                  <a:pt x="92098" y="322936"/>
                  <a:pt x="106118" y="334366"/>
                </a:cubicBezTo>
                <a:cubicBezTo>
                  <a:pt x="120215" y="345796"/>
                  <a:pt x="153743" y="346786"/>
                  <a:pt x="157935" y="285750"/>
                </a:cubicBezTo>
                <a:cubicBezTo>
                  <a:pt x="162125" y="224714"/>
                  <a:pt x="162125" y="224714"/>
                  <a:pt x="162125" y="224714"/>
                </a:cubicBezTo>
                <a:cubicBezTo>
                  <a:pt x="162125" y="224714"/>
                  <a:pt x="188642" y="261366"/>
                  <a:pt x="255013" y="243764"/>
                </a:cubicBezTo>
                <a:cubicBezTo>
                  <a:pt x="321307" y="226238"/>
                  <a:pt x="450542" y="208940"/>
                  <a:pt x="470659" y="191719"/>
                </a:cubicBezTo>
                <a:cubicBezTo>
                  <a:pt x="490852" y="174498"/>
                  <a:pt x="377314" y="189357"/>
                  <a:pt x="377314" y="189357"/>
                </a:cubicBezTo>
                <a:cubicBezTo>
                  <a:pt x="377314" y="189357"/>
                  <a:pt x="355521" y="111328"/>
                  <a:pt x="363751" y="88544"/>
                </a:cubicBezTo>
                <a:cubicBezTo>
                  <a:pt x="371980" y="65761"/>
                  <a:pt x="387373" y="162535"/>
                  <a:pt x="387373" y="162535"/>
                </a:cubicBezTo>
                <a:cubicBezTo>
                  <a:pt x="387373" y="162535"/>
                  <a:pt x="492452" y="160630"/>
                  <a:pt x="505939" y="152400"/>
                </a:cubicBezTo>
                <a:cubicBezTo>
                  <a:pt x="519427" y="144170"/>
                  <a:pt x="557908" y="113690"/>
                  <a:pt x="554175" y="1264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138" name="任意多边形: 形状 137"/>
          <p:cNvSpPr/>
          <p:nvPr>
            <p:custDataLst>
              <p:tags r:id="rId16"/>
            </p:custDataLst>
          </p:nvPr>
        </p:nvSpPr>
        <p:spPr>
          <a:xfrm rot="900000">
            <a:off x="7285196" y="3334226"/>
            <a:ext cx="487204" cy="214313"/>
          </a:xfrm>
          <a:custGeom>
            <a:avLst/>
            <a:gdLst>
              <a:gd name="connsiteX0" fmla="*/ 0 w 546674"/>
              <a:gd name="connsiteY0" fmla="*/ 204597 h 240483"/>
              <a:gd name="connsiteX1" fmla="*/ 260527 w 546674"/>
              <a:gd name="connsiteY1" fmla="*/ 212217 h 240483"/>
              <a:gd name="connsiteX2" fmla="*/ 543763 w 546674"/>
              <a:gd name="connsiteY2" fmla="*/ 191719 h 240483"/>
              <a:gd name="connsiteX3" fmla="*/ 377190 w 546674"/>
              <a:gd name="connsiteY3" fmla="*/ 0 h 240483"/>
              <a:gd name="connsiteX4" fmla="*/ 273939 w 546674"/>
              <a:gd name="connsiteY4" fmla="*/ 104470 h 240483"/>
              <a:gd name="connsiteX5" fmla="*/ 0 w 546674"/>
              <a:gd name="connsiteY5" fmla="*/ 204597 h 24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674" h="240483">
                <a:moveTo>
                  <a:pt x="0" y="204597"/>
                </a:moveTo>
                <a:cubicBezTo>
                  <a:pt x="0" y="204597"/>
                  <a:pt x="145389" y="168173"/>
                  <a:pt x="260527" y="212217"/>
                </a:cubicBezTo>
                <a:cubicBezTo>
                  <a:pt x="375665" y="256184"/>
                  <a:pt x="514807" y="248488"/>
                  <a:pt x="543763" y="191719"/>
                </a:cubicBezTo>
                <a:cubicBezTo>
                  <a:pt x="572642" y="134950"/>
                  <a:pt x="377190" y="0"/>
                  <a:pt x="377190" y="0"/>
                </a:cubicBezTo>
                <a:cubicBezTo>
                  <a:pt x="377190" y="0"/>
                  <a:pt x="372770" y="63779"/>
                  <a:pt x="273939" y="104470"/>
                </a:cubicBezTo>
                <a:cubicBezTo>
                  <a:pt x="118796" y="168478"/>
                  <a:pt x="0" y="204597"/>
                  <a:pt x="0" y="20459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139" name="任意多边形: 形状 138"/>
          <p:cNvSpPr/>
          <p:nvPr>
            <p:custDataLst>
              <p:tags r:id="rId17"/>
            </p:custDataLst>
          </p:nvPr>
        </p:nvSpPr>
        <p:spPr>
          <a:xfrm rot="900000">
            <a:off x="8014811" y="2904649"/>
            <a:ext cx="301466" cy="701993"/>
          </a:xfrm>
          <a:custGeom>
            <a:avLst/>
            <a:gdLst>
              <a:gd name="connsiteX0" fmla="*/ 280768 w 338095"/>
              <a:gd name="connsiteY0" fmla="*/ 3736 h 787588"/>
              <a:gd name="connsiteX1" fmla="*/ 254859 w 338095"/>
              <a:gd name="connsiteY1" fmla="*/ 168480 h 787588"/>
              <a:gd name="connsiteX2" fmla="*/ 338070 w 338095"/>
              <a:gd name="connsiteY2" fmla="*/ 587580 h 787588"/>
              <a:gd name="connsiteX3" fmla="*/ 203882 w 338095"/>
              <a:gd name="connsiteY3" fmla="*/ 781815 h 787588"/>
              <a:gd name="connsiteX4" fmla="*/ 35404 w 338095"/>
              <a:gd name="connsiteY4" fmla="*/ 763831 h 787588"/>
              <a:gd name="connsiteX5" fmla="*/ 47 w 338095"/>
              <a:gd name="connsiteY5" fmla="*/ 585066 h 787588"/>
              <a:gd name="connsiteX6" fmla="*/ 138502 w 338095"/>
              <a:gd name="connsiteY6" fmla="*/ 475185 h 787588"/>
              <a:gd name="connsiteX7" fmla="*/ 207692 w 338095"/>
              <a:gd name="connsiteY7" fmla="*/ 347550 h 787588"/>
              <a:gd name="connsiteX8" fmla="*/ 237867 w 338095"/>
              <a:gd name="connsiteY8" fmla="*/ 267160 h 787588"/>
              <a:gd name="connsiteX9" fmla="*/ 185061 w 338095"/>
              <a:gd name="connsiteY9" fmla="*/ 240109 h 787588"/>
              <a:gd name="connsiteX10" fmla="*/ 175536 w 338095"/>
              <a:gd name="connsiteY10" fmla="*/ 177472 h 787588"/>
              <a:gd name="connsiteX11" fmla="*/ 70456 w 338095"/>
              <a:gd name="connsiteY11" fmla="*/ 179377 h 787588"/>
              <a:gd name="connsiteX12" fmla="*/ 182927 w 338095"/>
              <a:gd name="connsiteY12" fmla="*/ 88852 h 787588"/>
              <a:gd name="connsiteX13" fmla="*/ 112823 w 338095"/>
              <a:gd name="connsiteY13" fmla="*/ 78031 h 787588"/>
              <a:gd name="connsiteX14" fmla="*/ 280768 w 338095"/>
              <a:gd name="connsiteY14" fmla="*/ 3736 h 78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8095" h="787588">
                <a:moveTo>
                  <a:pt x="280768" y="3736"/>
                </a:moveTo>
                <a:cubicBezTo>
                  <a:pt x="280768" y="3736"/>
                  <a:pt x="246325" y="108816"/>
                  <a:pt x="254859" y="168480"/>
                </a:cubicBezTo>
                <a:cubicBezTo>
                  <a:pt x="263394" y="228145"/>
                  <a:pt x="339670" y="573788"/>
                  <a:pt x="338070" y="587580"/>
                </a:cubicBezTo>
                <a:cubicBezTo>
                  <a:pt x="336470" y="601373"/>
                  <a:pt x="213178" y="761926"/>
                  <a:pt x="203882" y="781815"/>
                </a:cubicBezTo>
                <a:cubicBezTo>
                  <a:pt x="194586" y="801703"/>
                  <a:pt x="35404" y="763831"/>
                  <a:pt x="35404" y="763831"/>
                </a:cubicBezTo>
                <a:cubicBezTo>
                  <a:pt x="35404" y="763831"/>
                  <a:pt x="2409" y="600687"/>
                  <a:pt x="47" y="585066"/>
                </a:cubicBezTo>
                <a:cubicBezTo>
                  <a:pt x="-2316" y="569445"/>
                  <a:pt x="84705" y="554281"/>
                  <a:pt x="138502" y="475185"/>
                </a:cubicBezTo>
                <a:cubicBezTo>
                  <a:pt x="192300" y="396090"/>
                  <a:pt x="190776" y="373535"/>
                  <a:pt x="207692" y="347550"/>
                </a:cubicBezTo>
                <a:cubicBezTo>
                  <a:pt x="224685" y="321566"/>
                  <a:pt x="237867" y="267160"/>
                  <a:pt x="237867" y="267160"/>
                </a:cubicBezTo>
                <a:lnTo>
                  <a:pt x="185061" y="240109"/>
                </a:lnTo>
                <a:cubicBezTo>
                  <a:pt x="185061" y="240109"/>
                  <a:pt x="196186" y="179910"/>
                  <a:pt x="175536" y="177472"/>
                </a:cubicBezTo>
                <a:cubicBezTo>
                  <a:pt x="154809" y="175110"/>
                  <a:pt x="70456" y="179377"/>
                  <a:pt x="70456" y="179377"/>
                </a:cubicBezTo>
                <a:cubicBezTo>
                  <a:pt x="70456" y="179377"/>
                  <a:pt x="156105" y="115140"/>
                  <a:pt x="182927" y="88852"/>
                </a:cubicBezTo>
                <a:cubicBezTo>
                  <a:pt x="209673" y="62563"/>
                  <a:pt x="112823" y="78031"/>
                  <a:pt x="112823" y="78031"/>
                </a:cubicBezTo>
                <a:cubicBezTo>
                  <a:pt x="112823" y="78031"/>
                  <a:pt x="182851" y="-20115"/>
                  <a:pt x="280768" y="373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2" name="边界"/>
          <p:cNvSpPr/>
          <p:nvPr>
            <p:custDataLst>
              <p:tags r:id="rId18"/>
            </p:custDataLst>
          </p:nvPr>
        </p:nvSpPr>
        <p:spPr>
          <a:xfrm>
            <a:off x="457565" y="1258049"/>
            <a:ext cx="5258765" cy="3427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4" name="矩形 8"/>
          <p:cNvSpPr/>
          <p:nvPr>
            <p:custDataLst>
              <p:tags r:id="rId19"/>
            </p:custDataLst>
          </p:nvPr>
        </p:nvSpPr>
        <p:spPr>
          <a:xfrm>
            <a:off x="455660" y="1257572"/>
            <a:ext cx="5258870" cy="4933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绿色框：普通车辆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9"/>
          <p:cNvSpPr/>
          <p:nvPr>
            <p:custDataLst>
              <p:tags r:id="rId20"/>
            </p:custDataLst>
          </p:nvPr>
        </p:nvSpPr>
        <p:spPr>
          <a:xfrm>
            <a:off x="455184" y="1965167"/>
            <a:ext cx="5258870" cy="51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红色框：蓝光车灯车辆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10"/>
          <p:cNvSpPr/>
          <p:nvPr>
            <p:custDataLst>
              <p:tags r:id="rId21"/>
            </p:custDataLst>
          </p:nvPr>
        </p:nvSpPr>
        <p:spPr>
          <a:xfrm>
            <a:off x="455184" y="2698000"/>
            <a:ext cx="5258870" cy="51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黄色框：蓝光反光车辆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8" name="直接连接符 11"/>
          <p:cNvCxnSpPr/>
          <p:nvPr>
            <p:custDataLst>
              <p:tags r:id="rId22"/>
            </p:custDataLst>
          </p:nvPr>
        </p:nvCxnSpPr>
        <p:spPr>
          <a:xfrm>
            <a:off x="455660" y="1888503"/>
            <a:ext cx="526077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5" name="直接连接符 19"/>
          <p:cNvCxnSpPr/>
          <p:nvPr>
            <p:custDataLst>
              <p:tags r:id="rId23"/>
            </p:custDataLst>
          </p:nvPr>
        </p:nvCxnSpPr>
        <p:spPr>
          <a:xfrm>
            <a:off x="455660" y="3354168"/>
            <a:ext cx="526077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6" name="矩形 12"/>
          <p:cNvSpPr/>
          <p:nvPr>
            <p:custDataLst>
              <p:tags r:id="rId24"/>
            </p:custDataLst>
          </p:nvPr>
        </p:nvSpPr>
        <p:spPr>
          <a:xfrm>
            <a:off x="455184" y="3430832"/>
            <a:ext cx="5258870" cy="51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蓝色小框：车辆蓝光区域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7" name="直接连接符 13"/>
          <p:cNvCxnSpPr/>
          <p:nvPr>
            <p:custDataLst>
              <p:tags r:id="rId25"/>
            </p:custDataLst>
          </p:nvPr>
        </p:nvCxnSpPr>
        <p:spPr>
          <a:xfrm>
            <a:off x="455660" y="2621336"/>
            <a:ext cx="526077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8" name="直接连接符 2"/>
          <p:cNvCxnSpPr/>
          <p:nvPr>
            <p:custDataLst>
              <p:tags r:id="rId26"/>
            </p:custDataLst>
          </p:nvPr>
        </p:nvCxnSpPr>
        <p:spPr>
          <a:xfrm>
            <a:off x="455660" y="4087001"/>
            <a:ext cx="526077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9" name="矩形 3"/>
          <p:cNvSpPr/>
          <p:nvPr>
            <p:custDataLst>
              <p:tags r:id="rId27"/>
            </p:custDataLst>
          </p:nvPr>
        </p:nvSpPr>
        <p:spPr>
          <a:xfrm>
            <a:off x="455184" y="4163664"/>
            <a:ext cx="5258870" cy="51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统计字段：</a:t>
            </a:r>
            <a:r>
              <a:rPr lang="en-US" altLang="zh-CN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vehicles</a:t>
            </a: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lamp_blue</a:t>
            </a: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reflect_blue</a:t>
            </a: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blue_regions</a:t>
            </a:r>
            <a:endParaRPr lang="en-US" altLang="zh-CN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方案特点</a:t>
            </a:r>
            <a:endParaRPr lang="zh-CN" altLang="en-US"/>
          </a:p>
        </p:txBody>
      </p:sp>
      <p:sp>
        <p:nvSpPr>
          <p:cNvPr id="2" name="wps右边框"/>
          <p:cNvSpPr/>
          <p:nvPr>
            <p:custDataLst>
              <p:tags r:id="rId2"/>
            </p:custDataLst>
          </p:nvPr>
        </p:nvSpPr>
        <p:spPr>
          <a:xfrm>
            <a:off x="2871189" y="4333424"/>
            <a:ext cx="5128388" cy="379070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8000"/>
                </a:schemeClr>
              </a:gs>
              <a:gs pos="13000">
                <a:schemeClr val="accent5">
                  <a:lumMod val="20000"/>
                  <a:lumOff val="80000"/>
                  <a:alpha val="25000"/>
                </a:schemeClr>
              </a:gs>
              <a:gs pos="100000">
                <a:schemeClr val="accent5">
                  <a:lumMod val="20000"/>
                  <a:lumOff val="80000"/>
                  <a:alpha val="69000"/>
                </a:schemeClr>
              </a:gs>
            </a:gsLst>
            <a:lin ang="0" scaled="0"/>
          </a:gra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161925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05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算法轻量，适合课程作业演示和本地图片检测</a:t>
            </a:r>
            <a:endParaRPr lang="zh-CN" altLang="en-US" sz="10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" name="任意多边形 7"/>
          <p:cNvSpPr/>
          <p:nvPr>
            <p:custDataLst>
              <p:tags r:id="rId3"/>
            </p:custDataLst>
          </p:nvPr>
        </p:nvSpPr>
        <p:spPr>
          <a:xfrm flipV="1">
            <a:off x="2312109" y="4397714"/>
            <a:ext cx="768615" cy="301922"/>
          </a:xfrm>
          <a:custGeom>
            <a:avLst/>
            <a:gdLst>
              <a:gd name="connsiteX0" fmla="*/ 0 w 6535"/>
              <a:gd name="connsiteY0" fmla="*/ 1841 h 1841"/>
              <a:gd name="connsiteX1" fmla="*/ 667 w 6535"/>
              <a:gd name="connsiteY1" fmla="*/ 401 h 1841"/>
              <a:gd name="connsiteX2" fmla="*/ 5868 w 6535"/>
              <a:gd name="connsiteY2" fmla="*/ 401 h 1841"/>
              <a:gd name="connsiteX3" fmla="*/ 6535 w 6535"/>
              <a:gd name="connsiteY3" fmla="*/ 1841 h 1841"/>
              <a:gd name="connsiteX4" fmla="*/ 0 w 6535"/>
              <a:gd name="connsiteY4" fmla="*/ 1841 h 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5" h="1841">
                <a:moveTo>
                  <a:pt x="0" y="1841"/>
                </a:moveTo>
                <a:lnTo>
                  <a:pt x="667" y="401"/>
                </a:lnTo>
                <a:cubicBezTo>
                  <a:pt x="1985" y="-290"/>
                  <a:pt x="5427" y="48"/>
                  <a:pt x="5868" y="401"/>
                </a:cubicBezTo>
                <a:lnTo>
                  <a:pt x="6535" y="1841"/>
                </a:lnTo>
                <a:lnTo>
                  <a:pt x="0" y="1841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100000"/>
                </a:schemeClr>
              </a:gs>
              <a:gs pos="63000">
                <a:schemeClr val="accent5">
                  <a:alpha val="100000"/>
                </a:schemeClr>
              </a:gs>
            </a:gsLst>
            <a:lin ang="8100000" scaled="0"/>
          </a:gradFill>
          <a:ln>
            <a:noFill/>
          </a:ln>
          <a:effectLst>
            <a:outerShdw blurRad="38100" dist="19050" dir="5400000" algn="t" rotWithShape="0">
              <a:schemeClr val="accent5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242887" bIns="80962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100" b="1" spc="300">
              <a:solidFill>
                <a:schemeClr val="bg1"/>
              </a:solidFill>
              <a:effectLst>
                <a:innerShdw blurRad="63500" dist="50800" dir="18900000">
                  <a:schemeClr val="accent5">
                    <a:lumMod val="50000"/>
                    <a:alpha val="25000"/>
                  </a:schemeClr>
                </a:innerShdw>
              </a:effectLst>
              <a:uFillTx/>
              <a:sym typeface="+mn-ea"/>
            </a:endParaRPr>
          </a:p>
        </p:txBody>
      </p:sp>
      <p:sp>
        <p:nvSpPr>
          <p:cNvPr id="5" name="椭圆 8"/>
          <p:cNvSpPr/>
          <p:nvPr>
            <p:custDataLst>
              <p:tags r:id="rId4"/>
            </p:custDataLst>
          </p:nvPr>
        </p:nvSpPr>
        <p:spPr>
          <a:xfrm>
            <a:off x="2312109" y="4301042"/>
            <a:ext cx="770520" cy="179534"/>
          </a:xfrm>
          <a:prstGeom prst="ellipse">
            <a:avLst/>
          </a:prstGeom>
          <a:gradFill>
            <a:gsLst>
              <a:gs pos="62000">
                <a:schemeClr val="accent5">
                  <a:lumMod val="75000"/>
                  <a:alpha val="100000"/>
                </a:schemeClr>
              </a:gs>
              <a:gs pos="100000">
                <a:schemeClr val="accent5">
                  <a:lumMod val="60000"/>
                  <a:lumOff val="40000"/>
                  <a:alpha val="10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34290" bIns="3429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11" name="wps右边框"/>
          <p:cNvSpPr/>
          <p:nvPr>
            <p:custDataLst>
              <p:tags r:id="rId5"/>
            </p:custDataLst>
          </p:nvPr>
        </p:nvSpPr>
        <p:spPr>
          <a:xfrm>
            <a:off x="3589325" y="1939955"/>
            <a:ext cx="4413585" cy="647956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8000"/>
                </a:schemeClr>
              </a:gs>
              <a:gs pos="13000">
                <a:schemeClr val="accent1">
                  <a:lumMod val="20000"/>
                  <a:lumOff val="80000"/>
                  <a:alpha val="25000"/>
                </a:schemeClr>
              </a:gs>
              <a:gs pos="100000">
                <a:schemeClr val="accent1">
                  <a:lumMod val="20000"/>
                  <a:lumOff val="80000"/>
                  <a:alpha val="69000"/>
                </a:schemeClr>
              </a:gs>
            </a:gsLst>
            <a:lin ang="0" scaled="0"/>
          </a:gra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161925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05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车辆优先，避免全图亮点误检</a:t>
            </a:r>
            <a:endParaRPr lang="zh-CN" altLang="en-US" sz="10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4" name="wps右边框"/>
          <p:cNvSpPr/>
          <p:nvPr>
            <p:custDataLst>
              <p:tags r:id="rId6"/>
            </p:custDataLst>
          </p:nvPr>
        </p:nvSpPr>
        <p:spPr>
          <a:xfrm>
            <a:off x="3347882" y="2697140"/>
            <a:ext cx="4651694" cy="500505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8000"/>
                </a:schemeClr>
              </a:gs>
              <a:gs pos="13000">
                <a:schemeClr val="accent2">
                  <a:lumMod val="20000"/>
                  <a:lumOff val="80000"/>
                  <a:alpha val="25000"/>
                </a:schemeClr>
              </a:gs>
              <a:gs pos="100000">
                <a:schemeClr val="accent2">
                  <a:lumMod val="20000"/>
                  <a:lumOff val="80000"/>
                  <a:alpha val="69000"/>
                </a:schemeClr>
              </a:gs>
            </a:gsLst>
            <a:lin ang="0" scaled="0"/>
          </a:gra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161925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05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同时识别车灯蓝光和车辆反光蓝光</a:t>
            </a:r>
            <a:endParaRPr lang="zh-CN" altLang="en-US" sz="10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8" name="wps右边框"/>
          <p:cNvSpPr/>
          <p:nvPr>
            <p:custDataLst>
              <p:tags r:id="rId7"/>
            </p:custDataLst>
          </p:nvPr>
        </p:nvSpPr>
        <p:spPr>
          <a:xfrm>
            <a:off x="3080725" y="3302414"/>
            <a:ext cx="4922662" cy="471932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  <a:alpha val="8000"/>
                </a:schemeClr>
              </a:gs>
              <a:gs pos="13000">
                <a:schemeClr val="accent3">
                  <a:lumMod val="20000"/>
                  <a:lumOff val="80000"/>
                  <a:alpha val="25000"/>
                </a:schemeClr>
              </a:gs>
              <a:gs pos="100000">
                <a:schemeClr val="accent3">
                  <a:lumMod val="20000"/>
                  <a:lumOff val="80000"/>
                  <a:alpha val="69000"/>
                </a:schemeClr>
              </a:gs>
            </a:gsLst>
            <a:lin ang="0" scaled="0"/>
          </a:gra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161925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05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能补足远处车灯明显但车身较暗的小车</a:t>
            </a:r>
            <a:endParaRPr lang="zh-CN" altLang="en-US" sz="10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wps右边框"/>
          <p:cNvSpPr/>
          <p:nvPr>
            <p:custDataLst>
              <p:tags r:id="rId8"/>
            </p:custDataLst>
          </p:nvPr>
        </p:nvSpPr>
        <p:spPr>
          <a:xfrm>
            <a:off x="3040246" y="3889113"/>
            <a:ext cx="4962188" cy="353354"/>
          </a:xfrm>
          <a:custGeom>
            <a:avLst/>
            <a:gdLst>
              <a:gd name="connsiteX0" fmla="*/ 0 w 914400"/>
              <a:gd name="connsiteY0" fmla="*/ 0 h 612648"/>
              <a:gd name="connsiteX1" fmla="*/ 914400 w 914400"/>
              <a:gd name="connsiteY1" fmla="*/ 0 h 612648"/>
              <a:gd name="connsiteX2" fmla="*/ 914400 w 914400"/>
              <a:gd name="connsiteY2" fmla="*/ 612648 h 612648"/>
              <a:gd name="connsiteX3" fmla="*/ 0 w 914400"/>
              <a:gd name="connsiteY3" fmla="*/ 612648 h 612648"/>
              <a:gd name="connsiteX4" fmla="*/ 0 w 914400"/>
              <a:gd name="connsiteY4" fmla="*/ 0 h 612648"/>
              <a:gd name="connsiteX0-1" fmla="*/ 2377 w 914400"/>
              <a:gd name="connsiteY0-2" fmla="*/ 7713 h 612648"/>
              <a:gd name="connsiteX1-3" fmla="*/ 916302 w 914400"/>
              <a:gd name="connsiteY1-4" fmla="*/ 1048 h 612648"/>
              <a:gd name="connsiteX0-5" fmla="*/ 0 w 916302"/>
              <a:gd name="connsiteY0-6" fmla="*/ 0 h 612648"/>
              <a:gd name="connsiteX1-7" fmla="*/ 914400 w 916302"/>
              <a:gd name="connsiteY1-8" fmla="*/ 0 h 612648"/>
              <a:gd name="connsiteX2-9" fmla="*/ 914400 w 916302"/>
              <a:gd name="connsiteY2-10" fmla="*/ 612648 h 612648"/>
              <a:gd name="connsiteX3-11" fmla="*/ 457200 w 916302"/>
              <a:gd name="connsiteY3-12" fmla="*/ 612624 h 612648"/>
              <a:gd name="connsiteX4-13" fmla="*/ 0 w 916302"/>
              <a:gd name="connsiteY4-14" fmla="*/ 612648 h 612648"/>
              <a:gd name="connsiteX5" fmla="*/ 0 w 916302"/>
              <a:gd name="connsiteY5" fmla="*/ 0 h 612648"/>
              <a:gd name="connsiteX0-15" fmla="*/ 2377 w 916302"/>
              <a:gd name="connsiteY0-16" fmla="*/ 7713 h 612648"/>
              <a:gd name="connsiteX1-17" fmla="*/ 916302 w 916302"/>
              <a:gd name="connsiteY1-18" fmla="*/ 1048 h 612648"/>
              <a:gd name="connsiteX0-19" fmla="*/ 0 w 914400"/>
              <a:gd name="connsiteY0-20" fmla="*/ 0 h 612648"/>
              <a:gd name="connsiteX1-21" fmla="*/ 914400 w 914400"/>
              <a:gd name="connsiteY1-22" fmla="*/ 0 h 612648"/>
              <a:gd name="connsiteX2-23" fmla="*/ 914400 w 914400"/>
              <a:gd name="connsiteY2-24" fmla="*/ 612648 h 612648"/>
              <a:gd name="connsiteX3-25" fmla="*/ 0 w 914400"/>
              <a:gd name="connsiteY3-26" fmla="*/ 612648 h 612648"/>
              <a:gd name="connsiteX4-27" fmla="*/ 0 w 914400"/>
              <a:gd name="connsiteY4-28" fmla="*/ 0 h 612648"/>
              <a:gd name="connsiteX0-29" fmla="*/ 914400 w 914400"/>
              <a:gd name="connsiteY0-30" fmla="*/ 0 h 612648"/>
              <a:gd name="connsiteX1-31" fmla="*/ 914400 w 914400"/>
              <a:gd name="connsiteY1-32" fmla="*/ 612648 h 612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14400" h="612648" stroke="0" extrusionOk="0">
                <a:moveTo>
                  <a:pt x="0" y="0"/>
                </a:moveTo>
                <a:lnTo>
                  <a:pt x="914400" y="0"/>
                </a:lnTo>
                <a:lnTo>
                  <a:pt x="914400" y="612648"/>
                </a:lnTo>
                <a:lnTo>
                  <a:pt x="0" y="612648"/>
                </a:lnTo>
                <a:lnTo>
                  <a:pt x="0" y="0"/>
                </a:lnTo>
                <a:close/>
              </a:path>
              <a:path w="914400" h="612648" fill="none" extrusionOk="0">
                <a:moveTo>
                  <a:pt x="914400" y="0"/>
                </a:moveTo>
                <a:lnTo>
                  <a:pt x="914400" y="612648"/>
                </a:lnTo>
              </a:path>
            </a:pathLst>
          </a:custGeom>
          <a:gradFill>
            <a:gsLst>
              <a:gs pos="0">
                <a:schemeClr val="accent4">
                  <a:lumMod val="20000"/>
                  <a:lumOff val="80000"/>
                  <a:alpha val="8000"/>
                </a:schemeClr>
              </a:gs>
              <a:gs pos="13000">
                <a:schemeClr val="accent4">
                  <a:lumMod val="20000"/>
                  <a:lumOff val="80000"/>
                  <a:alpha val="25000"/>
                </a:schemeClr>
              </a:gs>
              <a:gs pos="100000">
                <a:schemeClr val="accent4">
                  <a:lumMod val="20000"/>
                  <a:lumOff val="80000"/>
                  <a:alpha val="69000"/>
                </a:schemeClr>
              </a:gs>
            </a:gsLst>
            <a:lin ang="0" scaled="0"/>
          </a:gra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161925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05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通过车身结构验证过滤地面、路牌、灯箱等干扰</a:t>
            </a:r>
            <a:endParaRPr lang="zh-CN" altLang="en-US" sz="10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3" name="任意多边形 18"/>
          <p:cNvSpPr/>
          <p:nvPr>
            <p:custDataLst>
              <p:tags r:id="rId9"/>
            </p:custDataLst>
          </p:nvPr>
        </p:nvSpPr>
        <p:spPr>
          <a:xfrm flipV="1">
            <a:off x="2177816" y="3978166"/>
            <a:ext cx="1036726" cy="353354"/>
          </a:xfrm>
          <a:custGeom>
            <a:avLst/>
            <a:gdLst>
              <a:gd name="connsiteX0" fmla="*/ 0 w 6535"/>
              <a:gd name="connsiteY0" fmla="*/ 1841 h 1841"/>
              <a:gd name="connsiteX1" fmla="*/ 667 w 6535"/>
              <a:gd name="connsiteY1" fmla="*/ 401 h 1841"/>
              <a:gd name="connsiteX2" fmla="*/ 5868 w 6535"/>
              <a:gd name="connsiteY2" fmla="*/ 401 h 1841"/>
              <a:gd name="connsiteX3" fmla="*/ 6535 w 6535"/>
              <a:gd name="connsiteY3" fmla="*/ 1841 h 1841"/>
              <a:gd name="connsiteX4" fmla="*/ 0 w 6535"/>
              <a:gd name="connsiteY4" fmla="*/ 1841 h 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5" h="1841">
                <a:moveTo>
                  <a:pt x="0" y="1841"/>
                </a:moveTo>
                <a:lnTo>
                  <a:pt x="667" y="401"/>
                </a:lnTo>
                <a:cubicBezTo>
                  <a:pt x="1985" y="-290"/>
                  <a:pt x="5427" y="48"/>
                  <a:pt x="5868" y="401"/>
                </a:cubicBezTo>
                <a:lnTo>
                  <a:pt x="6535" y="1841"/>
                </a:lnTo>
                <a:lnTo>
                  <a:pt x="0" y="1841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20000"/>
                  <a:lumOff val="80000"/>
                  <a:alpha val="100000"/>
                </a:schemeClr>
              </a:gs>
              <a:gs pos="63000">
                <a:schemeClr val="accent4">
                  <a:alpha val="100000"/>
                </a:schemeClr>
              </a:gs>
            </a:gsLst>
            <a:lin ang="8100000" scaled="0"/>
          </a:gradFill>
          <a:ln>
            <a:noFill/>
          </a:ln>
          <a:effectLst>
            <a:outerShdw blurRad="38100" dist="19050" dir="5400000" algn="t" rotWithShape="0">
              <a:schemeClr val="accent4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242887" bIns="80962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100" b="1" spc="300">
              <a:solidFill>
                <a:schemeClr val="bg1"/>
              </a:solidFill>
              <a:effectLst>
                <a:innerShdw blurRad="63500" dist="50800" dir="18900000">
                  <a:schemeClr val="accent4">
                    <a:lumMod val="50000"/>
                    <a:alpha val="25000"/>
                  </a:schemeClr>
                </a:innerShdw>
              </a:effectLst>
              <a:uFillTx/>
              <a:sym typeface="+mn-ea"/>
            </a:endParaRPr>
          </a:p>
        </p:txBody>
      </p:sp>
      <p:sp>
        <p:nvSpPr>
          <p:cNvPr id="24" name="椭圆 19"/>
          <p:cNvSpPr/>
          <p:nvPr>
            <p:custDataLst>
              <p:tags r:id="rId10"/>
            </p:custDataLst>
          </p:nvPr>
        </p:nvSpPr>
        <p:spPr>
          <a:xfrm>
            <a:off x="2177816" y="3847682"/>
            <a:ext cx="1039107" cy="242395"/>
          </a:xfrm>
          <a:prstGeom prst="ellipse">
            <a:avLst/>
          </a:prstGeom>
          <a:gradFill>
            <a:gsLst>
              <a:gs pos="62000">
                <a:schemeClr val="accent4">
                  <a:lumMod val="75000"/>
                  <a:alpha val="100000"/>
                </a:schemeClr>
              </a:gs>
              <a:gs pos="100000">
                <a:schemeClr val="accent4">
                  <a:lumMod val="60000"/>
                  <a:lumOff val="40000"/>
                  <a:alpha val="10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34290" bIns="3429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25" name="任意多边形 14"/>
          <p:cNvSpPr/>
          <p:nvPr>
            <p:custDataLst>
              <p:tags r:id="rId11"/>
            </p:custDataLst>
          </p:nvPr>
        </p:nvSpPr>
        <p:spPr>
          <a:xfrm flipV="1">
            <a:off x="1916849" y="3408610"/>
            <a:ext cx="1559613" cy="520030"/>
          </a:xfrm>
          <a:custGeom>
            <a:avLst/>
            <a:gdLst>
              <a:gd name="connsiteX0" fmla="*/ 0 w 6535"/>
              <a:gd name="connsiteY0" fmla="*/ 1841 h 1841"/>
              <a:gd name="connsiteX1" fmla="*/ 667 w 6535"/>
              <a:gd name="connsiteY1" fmla="*/ 401 h 1841"/>
              <a:gd name="connsiteX2" fmla="*/ 5868 w 6535"/>
              <a:gd name="connsiteY2" fmla="*/ 401 h 1841"/>
              <a:gd name="connsiteX3" fmla="*/ 6535 w 6535"/>
              <a:gd name="connsiteY3" fmla="*/ 1841 h 1841"/>
              <a:gd name="connsiteX4" fmla="*/ 0 w 6535"/>
              <a:gd name="connsiteY4" fmla="*/ 1841 h 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5" h="1841">
                <a:moveTo>
                  <a:pt x="0" y="1841"/>
                </a:moveTo>
                <a:lnTo>
                  <a:pt x="667" y="401"/>
                </a:lnTo>
                <a:cubicBezTo>
                  <a:pt x="1985" y="-290"/>
                  <a:pt x="5427" y="48"/>
                  <a:pt x="5868" y="401"/>
                </a:cubicBezTo>
                <a:lnTo>
                  <a:pt x="6535" y="1841"/>
                </a:lnTo>
                <a:lnTo>
                  <a:pt x="0" y="1841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  <a:alpha val="100000"/>
                </a:schemeClr>
              </a:gs>
              <a:gs pos="63000">
                <a:schemeClr val="accent3">
                  <a:alpha val="100000"/>
                </a:schemeClr>
              </a:gs>
            </a:gsLst>
            <a:lin ang="8100000" scaled="0"/>
          </a:gradFill>
          <a:ln>
            <a:noFill/>
          </a:ln>
          <a:effectLst>
            <a:outerShdw blurRad="38100" dist="19050" dir="5400000" algn="t" rotWithShape="0">
              <a:schemeClr val="accent3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242887" bIns="80962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100" b="1" spc="300">
              <a:solidFill>
                <a:schemeClr val="bg1"/>
              </a:solidFill>
              <a:effectLst>
                <a:innerShdw blurRad="63500" dist="50800" dir="18900000">
                  <a:schemeClr val="accent3">
                    <a:lumMod val="50000"/>
                    <a:alpha val="25000"/>
                  </a:schemeClr>
                </a:innerShdw>
              </a:effectLst>
              <a:uFillTx/>
              <a:sym typeface="+mn-ea"/>
            </a:endParaRPr>
          </a:p>
        </p:txBody>
      </p:sp>
      <p:sp>
        <p:nvSpPr>
          <p:cNvPr id="26" name="椭圆 15"/>
          <p:cNvSpPr/>
          <p:nvPr>
            <p:custDataLst>
              <p:tags r:id="rId12"/>
            </p:custDataLst>
          </p:nvPr>
        </p:nvSpPr>
        <p:spPr>
          <a:xfrm>
            <a:off x="1915896" y="3216694"/>
            <a:ext cx="1562471" cy="357164"/>
          </a:xfrm>
          <a:prstGeom prst="ellipse">
            <a:avLst/>
          </a:prstGeom>
          <a:gradFill>
            <a:gsLst>
              <a:gs pos="62000">
                <a:schemeClr val="accent3">
                  <a:lumMod val="75000"/>
                  <a:alpha val="100000"/>
                </a:schemeClr>
              </a:gs>
              <a:gs pos="100000">
                <a:schemeClr val="accent3">
                  <a:lumMod val="60000"/>
                  <a:lumOff val="40000"/>
                  <a:alpha val="10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34290" bIns="3429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27" name="任意多边形 11"/>
          <p:cNvSpPr/>
          <p:nvPr>
            <p:custDataLst>
              <p:tags r:id="rId13"/>
            </p:custDataLst>
          </p:nvPr>
        </p:nvSpPr>
        <p:spPr>
          <a:xfrm flipV="1">
            <a:off x="1559685" y="2700950"/>
            <a:ext cx="2273463" cy="681944"/>
          </a:xfrm>
          <a:custGeom>
            <a:avLst/>
            <a:gdLst>
              <a:gd name="connsiteX0" fmla="*/ 0 w 6535"/>
              <a:gd name="connsiteY0" fmla="*/ 1841 h 1841"/>
              <a:gd name="connsiteX1" fmla="*/ 667 w 6535"/>
              <a:gd name="connsiteY1" fmla="*/ 401 h 1841"/>
              <a:gd name="connsiteX2" fmla="*/ 5868 w 6535"/>
              <a:gd name="connsiteY2" fmla="*/ 401 h 1841"/>
              <a:gd name="connsiteX3" fmla="*/ 6535 w 6535"/>
              <a:gd name="connsiteY3" fmla="*/ 1841 h 1841"/>
              <a:gd name="connsiteX4" fmla="*/ 0 w 6535"/>
              <a:gd name="connsiteY4" fmla="*/ 1841 h 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5" h="1841">
                <a:moveTo>
                  <a:pt x="0" y="1841"/>
                </a:moveTo>
                <a:lnTo>
                  <a:pt x="667" y="401"/>
                </a:lnTo>
                <a:cubicBezTo>
                  <a:pt x="1985" y="-290"/>
                  <a:pt x="5427" y="48"/>
                  <a:pt x="5868" y="401"/>
                </a:cubicBezTo>
                <a:lnTo>
                  <a:pt x="6535" y="1841"/>
                </a:lnTo>
                <a:lnTo>
                  <a:pt x="0" y="184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63000">
                <a:schemeClr val="accent2">
                  <a:alpha val="100000"/>
                </a:schemeClr>
              </a:gs>
            </a:gsLst>
            <a:lin ang="8100000" scaled="0"/>
          </a:gradFill>
          <a:ln>
            <a:noFill/>
          </a:ln>
          <a:effectLst>
            <a:outerShdw blurRad="38100" dist="19050" dir="5400000" algn="t" rotWithShape="0">
              <a:schemeClr val="accent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242887" bIns="80962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100" b="1" spc="300">
              <a:solidFill>
                <a:schemeClr val="bg1"/>
              </a:solidFill>
              <a:effectLst>
                <a:innerShdw blurRad="63500" dist="50800" dir="18900000">
                  <a:schemeClr val="accent2">
                    <a:lumMod val="50000"/>
                    <a:alpha val="25000"/>
                  </a:schemeClr>
                </a:innerShdw>
              </a:effectLst>
              <a:uFillTx/>
              <a:sym typeface="+mn-ea"/>
            </a:endParaRPr>
          </a:p>
        </p:txBody>
      </p:sp>
      <p:sp>
        <p:nvSpPr>
          <p:cNvPr id="28" name="椭圆 12"/>
          <p:cNvSpPr/>
          <p:nvPr>
            <p:custDataLst>
              <p:tags r:id="rId14"/>
            </p:custDataLst>
          </p:nvPr>
        </p:nvSpPr>
        <p:spPr>
          <a:xfrm>
            <a:off x="1559685" y="2449031"/>
            <a:ext cx="2276321" cy="468122"/>
          </a:xfrm>
          <a:prstGeom prst="ellipse">
            <a:avLst/>
          </a:prstGeom>
          <a:gradFill>
            <a:gsLst>
              <a:gs pos="6200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34290" bIns="3429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29" name="任意多边形 6"/>
          <p:cNvSpPr/>
          <p:nvPr>
            <p:custDataLst>
              <p:tags r:id="rId15"/>
            </p:custDataLst>
          </p:nvPr>
        </p:nvSpPr>
        <p:spPr>
          <a:xfrm flipV="1">
            <a:off x="1144900" y="1877570"/>
            <a:ext cx="3104939" cy="876717"/>
          </a:xfrm>
          <a:custGeom>
            <a:avLst/>
            <a:gdLst>
              <a:gd name="connsiteX0" fmla="*/ 0 w 6535"/>
              <a:gd name="connsiteY0" fmla="*/ 1841 h 1841"/>
              <a:gd name="connsiteX1" fmla="*/ 667 w 6535"/>
              <a:gd name="connsiteY1" fmla="*/ 401 h 1841"/>
              <a:gd name="connsiteX2" fmla="*/ 5868 w 6535"/>
              <a:gd name="connsiteY2" fmla="*/ 401 h 1841"/>
              <a:gd name="connsiteX3" fmla="*/ 6535 w 6535"/>
              <a:gd name="connsiteY3" fmla="*/ 1841 h 1841"/>
              <a:gd name="connsiteX4" fmla="*/ 0 w 6535"/>
              <a:gd name="connsiteY4" fmla="*/ 1841 h 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5" h="1841">
                <a:moveTo>
                  <a:pt x="0" y="1841"/>
                </a:moveTo>
                <a:lnTo>
                  <a:pt x="667" y="401"/>
                </a:lnTo>
                <a:cubicBezTo>
                  <a:pt x="1985" y="-290"/>
                  <a:pt x="5427" y="48"/>
                  <a:pt x="5868" y="401"/>
                </a:cubicBezTo>
                <a:lnTo>
                  <a:pt x="6535" y="1841"/>
                </a:lnTo>
                <a:lnTo>
                  <a:pt x="0" y="184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63000">
                <a:schemeClr val="accent1">
                  <a:alpha val="100000"/>
                </a:schemeClr>
              </a:gs>
            </a:gsLst>
            <a:lin ang="8100000" scaled="0"/>
          </a:gradFill>
          <a:ln>
            <a:noFill/>
          </a:ln>
          <a:effectLst>
            <a:outerShdw blurRad="38100" dist="19050" dir="5400000" algn="t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242887" bIns="80962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100" b="1" spc="300">
              <a:solidFill>
                <a:schemeClr val="bg1"/>
              </a:solidFill>
              <a:effectLst>
                <a:innerShdw blurRad="63500" dist="50800" dir="18900000">
                  <a:schemeClr val="accent1">
                    <a:lumMod val="50000"/>
                    <a:alpha val="25000"/>
                  </a:schemeClr>
                </a:innerShdw>
              </a:effectLst>
              <a:uFillTx/>
              <a:sym typeface="+mn-ea"/>
            </a:endParaRPr>
          </a:p>
        </p:txBody>
      </p:sp>
      <p:sp>
        <p:nvSpPr>
          <p:cNvPr id="30" name="椭圆 2"/>
          <p:cNvSpPr/>
          <p:nvPr>
            <p:custDataLst>
              <p:tags r:id="rId16"/>
            </p:custDataLst>
          </p:nvPr>
        </p:nvSpPr>
        <p:spPr>
          <a:xfrm>
            <a:off x="1142042" y="1553742"/>
            <a:ext cx="3111606" cy="60194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31" name="椭圆 5"/>
          <p:cNvSpPr/>
          <p:nvPr>
            <p:custDataLst>
              <p:tags r:id="rId17"/>
            </p:custDataLst>
          </p:nvPr>
        </p:nvSpPr>
        <p:spPr>
          <a:xfrm>
            <a:off x="1805414" y="1634223"/>
            <a:ext cx="1783912" cy="412405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16140000" scaled="0"/>
          </a:gradFill>
          <a:ln>
            <a:noFill/>
          </a:ln>
          <a:effectLst>
            <a:innerShdw blurRad="292100" dist="152400" dir="13500000">
              <a:schemeClr val="accent1">
                <a:lumMod val="50000"/>
                <a:alpha val="18000"/>
              </a:scheme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pic>
        <p:nvPicPr>
          <p:cNvPr id="32" name="图片 12" descr="343439383331313b343532303032383bbfcdbba7b9dcc0ed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366874" y="1241819"/>
            <a:ext cx="661293" cy="661293"/>
          </a:xfrm>
          <a:prstGeom prst="rect">
            <a:avLst/>
          </a:prstGeom>
          <a:effectLst>
            <a:outerShdw blurRad="38100" dist="19050" dir="5400000" algn="t" rotWithShape="0">
              <a:schemeClr val="accent1">
                <a:lumMod val="75000"/>
                <a:alpha val="25000"/>
              </a:schemeClr>
            </a:outerShdw>
          </a:effectLst>
        </p:spPr>
      </p:pic>
    </p:spTree>
    <p:custDataLst>
      <p:tags r:id="rId2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8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200"/>
</p:tagLst>
</file>

<file path=ppt/tags/tag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200"/>
</p:tagLst>
</file>

<file path=ppt/tags/tag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200"/>
  <p:tag name="KSO_WM_TEMPLATE_CATEGORY" val="custom"/>
  <p:tag name="KSO_WM_TEMPLATE_MASTER_TYPE" val="0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页面标题"/>
  <p:tag name="KSO_WM_UNIT_ID" val="custom40495200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0"/>
  <p:tag name="KSO_WM_TEMPLATE_CATEGORY" val="custom"/>
  <p:tag name="KSO_WM_UNIT_ISCONTENTSTITLE" val="0"/>
</p:tagLst>
</file>

<file path=ppt/tags/tag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5200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0"/>
  <p:tag name="KSO_WM_TEMPLATE_CATEGORY" val="custom"/>
  <p:tag name="KSO_WM_UNIT_ISCONTENTSTITLE" val="0"/>
  <p:tag name="KSO_WM_UNIT_TEXT_TYPE" val="1"/>
  <p:tag name="KSO_WM_UNIT_NOCLEAR" val="0"/>
  <p:tag name="KSO_WM_UNIT_PRESET_TEXT" val="单击此处添加你的文档副标题内容"/>
</p:tagLst>
</file>

<file path=ppt/tags/tag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200"/>
  <p:tag name="KSO_WM_TEMPLATE_CATEGORY" val="custom"/>
  <p:tag name="KSO_WM_SLIDE_INDEX" val="1"/>
  <p:tag name="KSO_WM_SLIDE_ID" val="custom40495200_1"/>
  <p:tag name="KSO_WM_TEMPLATE_MASTER_TYPE" val="0"/>
  <p:tag name="KSO_WM_SLIDE_LAYOUT" val="a_b"/>
  <p:tag name="KSO_WM_SLIDE_LAYOUT_CNT" val="1_1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5151_5*a*1"/>
  <p:tag name="KSO_WM_TEMPLATE_CATEGORY" val="diagram"/>
  <p:tag name="KSO_WM_TEMPLATE_INDEX" val="20235151"/>
  <p:tag name="KSO_WM_UNIT_LAYERLEVEL" val="1"/>
  <p:tag name="KSO_WM_TAG_VERSION" val="3.0"/>
  <p:tag name="KSO_WM_BEAUTIFY_FLAG" val="#wm#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1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3*l_h_f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3*l_h_i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3*l_h_f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3*l_h_i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3*l_h_f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3*l_h_i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51_3*l_h_f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5151_3*l_h_i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39.xml><?xml version="1.0" encoding="utf-8"?>
<p:tagLst xmlns:p="http://schemas.openxmlformats.org/presentationml/2006/main">
  <p:tag name="KSO_WM_SLIDE_ID" val="diagram2023515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1"/>
  <p:tag name="KSO_WM_SLIDE_TYPE" val="text"/>
  <p:tag name="KSO_WM_SLIDE_SUBTYPE" val="diag"/>
  <p:tag name="KSO_WM_SLIDE_SIZE" val="850.4*369.9"/>
  <p:tag name="KSO_WM_SLIDE_POSITION" val="54.8*114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4515_1*a*1"/>
  <p:tag name="KSO_WM_TEMPLATE_CATEGORY" val="diagram"/>
  <p:tag name="KSO_WM_TEMPLATE_INDEX" val="20234515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515_1*l_h_i*1_1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4515_1*l_h_i*1_5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515_1*l_h_i*1_3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515_1*l_h_i*1_2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4515_1*l_h_i*1_2_3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4515_1*l_h_i*1_4_3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4515_1*l_h_i*1_4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5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4515_1*l_h_x*1_2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6"/>
  <p:tag name="KSO_WM_UNIT_FILL_TYPE" val="1"/>
  <p:tag name="KSO_WM_UNIT_USESOURCEFORMAT_APPLY" val="1"/>
</p:tagLst>
</file>

<file path=ppt/tags/tag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0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34515_1*l_h_x*1_5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9"/>
  <p:tag name="KSO_WM_UNIT_FILL_TYPE" val="1"/>
  <p:tag name="KSO_WM_UNIT_USESOURCEFORMAT_APPLY" val="1"/>
</p:tagLst>
</file>

<file path=ppt/tags/tag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5*10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4515_1*l_h_x*1_4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8"/>
  <p:tag name="KSO_WM_UNIT_FILL_TYPE" val="1"/>
  <p:tag name="KSO_WM_UNIT_USESOURCEFORMAT_APPLY" val="1"/>
</p:tagLst>
</file>

<file path=ppt/tags/tag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5*1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4515_1*l_h_x*1_3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7"/>
  <p:tag name="KSO_WM_UNIT_FILL_TYPE" val="1"/>
  <p:tag name="KSO_WM_UNIT_USESOURCEFORMAT_APPLY" val="1"/>
</p:tagLst>
</file>

<file path=ppt/tags/tag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07*1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4515_1*l_h_x*1_1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USESOURCEFORMAT_APPLY" val="1"/>
</p:tagLst>
</file>

<file path=ppt/tags/tag5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515_1*l_h_i*1_1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1"/>
</p:tagLst>
</file>

<file path=ppt/tags/tag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515_1*l_h_i*1_2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6"/>
  <p:tag name="KSO_WM_UNIT_LINE_FILL_TYPE" val="2"/>
  <p:tag name="KSO_WM_UNIT_USESOURCEFORMAT_APPLY" val="1"/>
</p:tagLst>
</file>

<file path=ppt/tags/tag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4515_1*l_h_i*1_3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7"/>
  <p:tag name="KSO_WM_UNIT_LINE_FILL_TYPE" val="2"/>
  <p:tag name="KSO_WM_UNIT_USESOURCEFORMAT_APPLY" val="1"/>
</p:tagLst>
</file>

<file path=ppt/tags/tag5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4515_1*l_h_i*1_4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8"/>
  <p:tag name="KSO_WM_UNIT_LINE_FILL_TYPE" val="2"/>
  <p:tag name="KSO_WM_UNIT_USESOURCEFORMAT_APPLY" val="1"/>
</p:tagLst>
</file>

<file path=ppt/tags/tag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4515_1*l_h_i*1_5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276.71985659164613,&quot;left&quot;:55.55000000000001,&quot;top&quot;:154.9499929640195,&quot;width&quot;:848.8500000000001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9"/>
  <p:tag name="KSO_WM_UNIT_LINE_FILL_TYPE" val="2"/>
  <p:tag name="KSO_WM_UNIT_USESOURCEFORMAT_APPLY" val="1"/>
</p:tagLst>
</file>

<file path=ppt/tags/tag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515_1*l_h_f*1_1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276.71985659164613,&quot;left&quot;:55.55000000000001,&quot;top&quot;:154.9499929640195,&quot;width&quot;:848.8500000000001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515_1*l_h_f*1_2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276.71985659164613,&quot;left&quot;:55.55000000000001,&quot;top&quot;:154.9499929640195,&quot;width&quot;:848.8500000000001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6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515_1*l_h_f*1_3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276.71985659164613,&quot;left&quot;:55.55000000000001,&quot;top&quot;:154.9499929640195,&quot;width&quot;:848.8500000000001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7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4515_1*l_h_f*1_4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276.71985659164613,&quot;left&quot;:55.55000000000001,&quot;top&quot;:154.9499929640195,&quot;width&quot;:848.8500000000001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8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4515_1*l_h_f*1_5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276.71985659164613,&quot;left&quot;:55.55000000000001,&quot;top&quot;:154.9499929640195,&quot;width&quot;:848.8500000000001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9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9"/>
  <p:tag name="KSO_WM_UNIT_TEXT_FILL_FORE_SCHEMECOLOR_INDEX" val="13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SLIDE_ID" val="diagram20234515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diagram"/>
  <p:tag name="KSO_WM_TEMPLATE_INDEX" val="20234515"/>
  <p:tag name="KSO_WM_SLIDE_TYPE" val="text"/>
  <p:tag name="KSO_WM_SLIDE_SUBTYPE" val="diag"/>
  <p:tag name="KSO_WM_SLIDE_SIZE" val="848.85*276.72"/>
  <p:tag name="KSO_WM_SLIDE_POSITION" val="55.55*154.9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4407_1*a*1"/>
  <p:tag name="KSO_WM_TEMPLATE_CATEGORY" val="diagram"/>
  <p:tag name="KSO_WM_TEMPLATE_INDEX" val="2023440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407_1*l_h_f*1_1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4407_1*l_h_f*1_4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407_1*l_h_f*1_3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4407_1*l_h_i*1_3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407_1*l_h_f*1_2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4407_1*l_h_i*1_2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4407_1*l_h_i*1_1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7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4407_1*l_h_i*1_4_1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-2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4407_1*l_h_i*1_4_2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407_1*l_h_i*1_3_2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.4000000059604645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407_1*l_h_i*1_2_2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.600000023841857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407_1*l_h_i*1_1_2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.80000001192092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4407_1*l_h_i*1_1_3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4407_1*l_h_i*1_4_3"/>
  <p:tag name="KSO_WM_TEMPLATE_CATEGORY" val="diagram"/>
  <p:tag name="KSO_WM_TEMPLATE_INDEX" val="20234407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4407_1*l_i*1_1"/>
  <p:tag name="KSO_WM_TEMPLATE_CATEGORY" val="diagram"/>
  <p:tag name="KSO_WM_TEMPLATE_INDEX" val="20234407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0.5723629081131,&quot;left&quot;:55.01385826771656,&quot;top&quot;:142.42763744358123,&quot;width&quot;:850.6591338582678}"/>
  <p:tag name="KSO_WM_DIAGRAM_COLOR_MATCH_VALUE" val="{&quot;shape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13"/>
  <p:tag name="KSO_WM_UNIT_FILL_FORE_SCHEMECOLOR_INDEX_BRIGHTNESS" val="0.75"/>
  <p:tag name="KSO_WM_UNIT_USESOURCEFORMAT_APPLY" val="1"/>
</p:tagLst>
</file>

<file path=ppt/tags/tag80.xml><?xml version="1.0" encoding="utf-8"?>
<p:tagLst xmlns:p="http://schemas.openxmlformats.org/presentationml/2006/main">
  <p:tag name="KSO_WM_SLIDE_ID" val="diagram20234407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diagram"/>
  <p:tag name="KSO_WM_TEMPLATE_INDEX" val="20234407"/>
  <p:tag name="KSO_WM_SLIDE_TYPE" val="text"/>
  <p:tag name="KSO_WM_SLIDE_SUBTYPE" val="diag"/>
  <p:tag name="KSO_WM_SLIDE_SIZE" val="850.659*320.572"/>
  <p:tag name="KSO_WM_SLIDE_POSITION" val="55.0139*142.4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4503_1*a*1"/>
  <p:tag name="KSO_WM_TEMPLATE_CATEGORY" val="diagram"/>
  <p:tag name="KSO_WM_TEMPLATE_INDEX" val="2023450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4"/>
  <p:tag name="KSO_WM_UNIT_ID" val="diagram20234503_1*l_h_i*1_5_4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USESOURCEFORMAT_APPLY" val="1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4503_1*l_h_f*1_5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，简要地阐述观点。"/>
  <p:tag name="KSO_WM_UNIT_FILL_TYPE" val="1"/>
  <p:tag name="KSO_WM_UNIT_FILL_FORE_SCHEMECOLOR_INDEX" val="2"/>
  <p:tag name="KSO_WM_UNIT_FILL_FORE_SCHEMECOLOR_INDEX_BRIGHTNESS" val="0"/>
  <p:tag name="KSO_WM_UNIT_LINE_FORE_SCHEMECOLOR_INDEX" val="9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8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34503_1*l_h_x*1_5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9"/>
  <p:tag name="KSO_WM_UNIT_FILL_TYPE" val="1"/>
  <p:tag name="KSO_WM_UNIT_USESOURCEFORMAT_APPLY" val="1"/>
</p:tagLst>
</file>

<file path=ppt/tags/tag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4503_1*l_h_i*1_5_3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4503_1*l_h_i*1_4_4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8"/>
  <p:tag name="KSO_WM_UNIT_USESOURCEFORMAT_APPLY" val="1"/>
</p:tagLst>
</file>

<file path=ppt/tags/tag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4503_1*l_h_f*1_4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，简要地阐述观点。"/>
  <p:tag name="KSO_WM_UNIT_FILL_TYPE" val="1"/>
  <p:tag name="KSO_WM_UNIT_FILL_FORE_SCHEMECOLOR_INDEX" val="2"/>
  <p:tag name="KSO_WM_UNIT_FILL_FORE_SCHEMECOLOR_INDEX_BRIGHTNESS" val="0"/>
  <p:tag name="KSO_WM_UNIT_LINE_FORE_SCHEMECOLOR_INDEX" val="8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4503_1*l_h_i*1_4_3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4503_1*l_h_i*1_3_4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USESOURCEFORMAT_APPLY" val="1"/>
</p:tagLst>
</file>

<file path=ppt/tags/tag9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503_1*l_h_f*1_3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，简要地阐述观点。"/>
  <p:tag name="KSO_WM_UNIT_FILL_TYPE" val="1"/>
  <p:tag name="KSO_WM_UNIT_FILL_FORE_SCHEMECOLOR_INDEX" val="2"/>
  <p:tag name="KSO_WM_UNIT_FILL_FORE_SCHEMECOLOR_INDEX_BRIGHTNESS" val="0"/>
  <p:tag name="KSO_WM_UNIT_LINE_FORE_SCHEMECOLOR_INDEX" val="7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4503_1*l_h_i*1_3_3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4503_1*l_h_i*1_2_4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USESOURCEFORMAT_APPLY" val="1"/>
</p:tagLst>
</file>

<file path=ppt/tags/tag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503_1*l_h_f*1_2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，简要地阐述观点。"/>
  <p:tag name="KSO_WM_UNIT_FILL_TYPE" val="1"/>
  <p:tag name="KSO_WM_UNIT_FILL_FORE_SCHEMECOLOR_INDEX" val="2"/>
  <p:tag name="KSO_WM_UNIT_FILL_FORE_SCHEMECOLOR_INDEX_BRIGHTNESS" val="0"/>
  <p:tag name="KSO_WM_UNIT_LINE_FORE_SCHEMECOLOR_INDEX" val="6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4503_1*l_h_i*1_2_3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4503_1*l_h_i*1_1_4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1"/>
</p:tagLst>
</file>

<file path=ppt/tags/tag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503_1*l_h_f*1_1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VALUE" val="100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，简要地阐述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4503_1*l_h_i*1_1_3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9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4503_1*l_h_i*1_5_2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4503_1*l_h_i*1_4_2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1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503_1*l_h_i*1_3_2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1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503_1*l_h_i*1_2_2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0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503_1*l_h_i*1_1_2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4503_1*l_h_i*1_3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4503_1*l_h_i*1_2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4503_1*l_h_i*1_1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4503_1*l_h_i*1_4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4503_1*l_h_x*1_1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10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3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4503_1*l_h_x*1_2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10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4503_1*l_h_x*1_3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7"/>
  <p:tag name="KSO_WM_UNIT_FILL_TYPE" val="1"/>
  <p:tag name="KSO_WM_UNIT_USESOURCEFORMAT_APPLY" val="1"/>
</p:tagLst>
</file>

<file path=ppt/tags/tag1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6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4503_1*l_h_x*1_4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8"/>
  <p:tag name="KSO_WM_UNI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4503_1*l_h_i*1_5_1"/>
  <p:tag name="KSO_WM_TEMPLATE_CATEGORY" val="diagram"/>
  <p:tag name="KSO_WM_TEMPLATE_INDEX" val="202345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5"/>
  <p:tag name="KSO_WM_DIAGRAM_VIRTUALLY_FRAME" val="{&quot;height&quot;:293.64999820333855,&quot;left&quot;:60.89999999999998,&quot;top&quot;:151.40000089833075,&quot;width&quot;:83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SLIDE_ID" val="diagram20234503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diagram"/>
  <p:tag name="KSO_WM_TEMPLATE_INDEX" val="20234503"/>
  <p:tag name="KSO_WM_SLIDE_LAYOUT" val="a_l"/>
  <p:tag name="KSO_WM_SLIDE_LAYOUT_CNT" val="1_1"/>
  <p:tag name="KSO_WM_SPECIAL_SOURCE" val="bdnull"/>
  <p:tag name="KSO_WM_SLIDE_TYPE" val="text"/>
  <p:tag name="KSO_WM_SLIDE_SIZE" val="832.3*293.65"/>
  <p:tag name="KSO_WM_SLIDE_POSITION" val="60.9*151.4"/>
  <p:tag name="KSO_WM_ASSIST_SLIDE" val="1"/>
  <p:tag name="KSO_WM_SLIDE_SUBTYPE" val="diag"/>
  <p:tag name="KSO_WM_DIAGRAM_GROUP_CODE" val="l1-1"/>
  <p:tag name="KSO_WM_SLIDE_DIAGTYPE" val="l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i*1_4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99999976158142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15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i*1_1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99999976158142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i*1_3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gradient&quot;:[{&quot;brightness&quot;:-0.5,&quot;colorType&quot;:1,&quot;foreColorIndex&quot;:5,&quot;pos&quot;:0,&quot;transparency&quot;:0.6800000071525574},{&quot;brightness&quot;:-0.5,&quot;colorType&quot;:1,&quot;foreColorIndex&quot;:5,&quot;pos&quot;:0.829999983310699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i*1_2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5,&quot;transparency&quot;:0.4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f*1_1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VALUE" val="57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输入智能图形项正文，文字是您思想的提炼，请尽量言简意赅的阐述观点。"/>
  <p:tag name="KSO_WM_UNIT_TEXT_FILL_FORE_SCHEMECOLOR_INDEX" val="1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i*1_1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20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f*1_2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VALUE" val="57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输入智能图形项正文，文字是您思想的提炼，请尽量言简意赅的阐述观点。"/>
  <p:tag name="KSO_WM_UNIT_TEXT_FILL_FORE_SCHEMECOLOR_INDEX" val="1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i*1_2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22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f*1_3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VALUE" val="57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输入智能图形项正文，文字是您思想的提炼，请尽量言简意赅的阐述观点。"/>
  <p:tag name="KSO_WM_UNIT_TEXT_FILL_FORE_SCHEMECOLOR_INDEX" val="1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i*1_3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24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f*1_4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VALUE" val="76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输入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i*1_4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26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f*1_5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5_1"/>
  <p:tag name="KSO_WM_UNIT_VALUE" val="76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输入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DIAGRAM_VIRTUALLY_FRAME" val="{&quot;height&quot;:388.7625844005158,&quot;left&quot;:55.375,&quot;top&quot;:105.6999479572224,&quot;width&quot;:850.6}"/>
  <p:tag name="KSO_WM_UNIT_HIGHLIGHT" val="0"/>
  <p:tag name="KSO_WM_UNIT_COMPATIBLE" val="0"/>
  <p:tag name="KSO_WM_UNIT_DIAGRAM_ISNUMVISUAL" val="0"/>
  <p:tag name="KSO_WM_UNIT_DIAGRAM_ISREFERUNIT" val="0"/>
  <p:tag name="KSO_WM_UNIT_ID" val="diagram20235154_4*l_h_i*1_5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2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11*a*1"/>
  <p:tag name="KSO_WM_TEMPLATE_CATEGORY" val="diagram"/>
  <p:tag name="KSO_WM_TEMPLATE_INDEX" val="2023515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DIAGRAM_GROUP_CODE" val="m1-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f*1_2_1"/>
  <p:tag name="KSO_WM_TEMPLATE_CATEGORY" val="diagram"/>
  <p:tag name="KSO_WM_TEMPLATE_INDEX" val="20235156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m_h_f"/>
  <p:tag name="KSO_WM_UNIT_INDEX" val="1_2_1"/>
  <p:tag name="KSO_WM_UNIT_VALUE" val="34"/>
  <p:tag name="KSO_WM_DIAGRAM_GROUP_CODE" val="m1-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"/>
  <p:tag name="KSO_WM_UNIT_FILL_TYPE" val="1"/>
  <p:tag name="KSO_WM_UNIT_FILL_FORE_SCHEMECOLOR_INDEX" val="5"/>
  <p:tag name="KSO_WM_UNIT_FILL_FORE_SCHEMECOLOR_INDEX_BRIGHTNESS" val="0.3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i*1_1"/>
  <p:tag name="KSO_WM_TEMPLATE_CATEGORY" val="diagram"/>
  <p:tag name="KSO_WM_TEMPLATE_INDEX" val="20235156"/>
  <p:tag name="KSO_WM_UNIT_LAYERLEVEL" val="1_1"/>
  <p:tag name="KSO_WM_TAG_VERSION" val="3.0"/>
  <p:tag name="KSO_WM_UNIT_TYPE" val="m_i"/>
  <p:tag name="KSO_WM_UNIT_INDEX" val="1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5"/>
  <p:tag name="KSO_WM_UNIT_USESOURCEFORMAT_APPLY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f*1_4_1"/>
  <p:tag name="KSO_WM_TEMPLATE_CATEGORY" val="diagram"/>
  <p:tag name="KSO_WM_TEMPLATE_INDEX" val="20235156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m_h_f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"/>
  <p:tag name="KSO_WM_UNIT_FILL_TYPE" val="1"/>
  <p:tag name="KSO_WM_UNIT_FILL_FORE_SCHEMECOLOR_INDEX" val="5"/>
  <p:tag name="KSO_WM_UNIT_FILL_FORE_SCHEMECOLOR_INDEX_BRIGHTNESS" val="-0.25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i*1_2_1"/>
  <p:tag name="KSO_WM_TEMPLATE_CATEGORY" val="diagram"/>
  <p:tag name="KSO_WM_TEMPLATE_INDEX" val="20235156"/>
  <p:tag name="KSO_WM_UNIT_LAYERLEVEL" val="1_1_1"/>
  <p:tag name="KSO_WM_TAG_VERSION" val="3.0"/>
  <p:tag name="KSO_WM_UNIT_TYPE" val="m_h_i"/>
  <p:tag name="KSO_WM_UNIT_INDEX" val="1_2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i*1_4_1"/>
  <p:tag name="KSO_WM_TEMPLATE_CATEGORY" val="diagram"/>
  <p:tag name="KSO_WM_TEMPLATE_INDEX" val="20235156"/>
  <p:tag name="KSO_WM_UNIT_LAYERLEVEL" val="1_1_1"/>
  <p:tag name="KSO_WM_TAG_VERSION" val="3.0"/>
  <p:tag name="KSO_WM_UNIT_TYPE" val="m_h_i"/>
  <p:tag name="KSO_WM_UNIT_INDEX" val="1_4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8"/>
  <p:tag name="KSO_WM_UNIT_LINE_FILL_TYPE" val="2"/>
  <p:tag name="KSO_WM_UNIT_USESOURCEFORMAT_APPLY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i*1_3_1"/>
  <p:tag name="KSO_WM_TEMPLATE_CATEGORY" val="diagram"/>
  <p:tag name="KSO_WM_TEMPLATE_INDEX" val="20235156"/>
  <p:tag name="KSO_WM_UNIT_LAYERLEVEL" val="1_1_1"/>
  <p:tag name="KSO_WM_TAG_VERSION" val="3.0"/>
  <p:tag name="KSO_WM_UNIT_TYPE" val="m_h_i"/>
  <p:tag name="KSO_WM_UNIT_INDEX" val="1_3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7"/>
  <p:tag name="KSO_WM_UNIT_LINE_FILL_TYPE" val="2"/>
  <p:tag name="KSO_WM_UNIT_USESOURCEFORMAT_APPLY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f*1_3_1"/>
  <p:tag name="KSO_WM_TEMPLATE_CATEGORY" val="diagram"/>
  <p:tag name="KSO_WM_TEMPLATE_INDEX" val="20235156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m_h_f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"/>
  <p:tag name="KSO_WM_UNIT_FILL_TYPE" val="1"/>
  <p:tag name="KSO_WM_UNIT_FILL_FORE_SCHEMECOLOR_INDEX" val="5"/>
  <p:tag name="KSO_WM_UNIT_FILL_FORE_SCHEMECOLOR_INDEX_BRIGHTNESS" val="0.16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solid&quot;:{&quot;brightness&quot;:0.1599999964237213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i*1_1_1"/>
  <p:tag name="KSO_WM_TEMPLATE_CATEGORY" val="diagram"/>
  <p:tag name="KSO_WM_TEMPLATE_INDEX" val="20235156"/>
  <p:tag name="KSO_WM_UNIT_LAYERLEVEL" val="1_1_1"/>
  <p:tag name="KSO_WM_TAG_VERSION" val="3.0"/>
  <p:tag name="KSO_WM_UNIT_TYPE" val="m_h_i"/>
  <p:tag name="KSO_WM_UNIT_INDEX" val="1_1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5"/>
  <p:tag name="KSO_WM_UNIT_LINE_FILL_TYPE" val="2"/>
  <p:tag name="KSO_WM_UNIT_USESOURCEFORMAT_APPLY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i*1_5_1"/>
  <p:tag name="KSO_WM_TEMPLATE_CATEGORY" val="diagram"/>
  <p:tag name="KSO_WM_TEMPLATE_INDEX" val="20235156"/>
  <p:tag name="KSO_WM_UNIT_LAYERLEVEL" val="1_1_1"/>
  <p:tag name="KSO_WM_TAG_VERSION" val="3.0"/>
  <p:tag name="KSO_WM_UNIT_TYPE" val="m_h_i"/>
  <p:tag name="KSO_WM_UNIT_INDEX" val="1_5_1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LINE_FORE_SCHEMECOLOR_INDEX" val="9"/>
  <p:tag name="KSO_WM_UNIT_LINE_FILL_TYPE" val="2"/>
  <p:tag name="KSO_WM_UNIT_USESOURCEFORMAT_APPLY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f*1_1_1"/>
  <p:tag name="KSO_WM_TEMPLATE_CATEGORY" val="diagram"/>
  <p:tag name="KSO_WM_TEMPLATE_INDEX" val="20235156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UNIT_VALUE" val="34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"/>
  <p:tag name="KSO_WM_UNIT_FILL_TYPE" val="1"/>
  <p:tag name="KSO_WM_UNIT_FILL_FORE_SCHEMECOLOR_INDEX" val="5"/>
  <p:tag name="KSO_WM_UNIT_FILL_FORE_SCHEMECOLOR_INDEX_BRIGHTNESS" val="-0.25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6_4*m_h_f*1_5_1"/>
  <p:tag name="KSO_WM_TEMPLATE_CATEGORY" val="diagram"/>
  <p:tag name="KSO_WM_TEMPLATE_INDEX" val="20235156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m_h_f"/>
  <p:tag name="KSO_WM_UNIT_INDEX" val="1_5_1"/>
  <p:tag name="KSO_WM_UNIT_VALUE" val="34"/>
  <p:tag name="KSO_WM_DIAGRAM_GROUP_CODE" val="m1-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内容"/>
  <p:tag name="KSO_WM_UNIT_FILL_TYPE" val="1"/>
  <p:tag name="KSO_WM_UNIT_FILL_FORE_SCHEMECOLOR_INDEX" val="5"/>
  <p:tag name="KSO_WM_UNIT_FILL_FORE_SCHEMECOLOR_INDEX_BRIGHTNESS" val="0"/>
  <p:tag name="KSO_WM_DIAGRAM_MAX_ITEMCNT" val="12"/>
  <p:tag name="KSO_WM_DIAGRAM_MIN_ITEMCNT" val="2"/>
  <p:tag name="KSO_WM_DIAGRAM_VIRTUALLY_FRAME" val="{&quot;height&quot;:325.1000152898722,&quot;left&quot;:54.8031496062992,&quot;top&quot;:134.64999235506394,&quot;width&quot;:850.393700787401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41.xml><?xml version="1.0" encoding="utf-8"?>
<p:tagLst xmlns:p="http://schemas.openxmlformats.org/presentationml/2006/main">
  <p:tag name="KSO_WM_SLIDE_ID" val="diagram20235156_11"/>
  <p:tag name="KSO_WM_TEMPLATE_SUBCATEGORY" val="0"/>
  <p:tag name="KSO_WM_TEMPLATE_MASTER_TYPE" val="0"/>
  <p:tag name="KSO_WM_TEMPLATE_COLOR_TYPE" val="0"/>
  <p:tag name="KSO_WM_SLIDE_ITEM_CNT" val="12"/>
  <p:tag name="KSO_WM_SLIDE_INDEX" val="11"/>
  <p:tag name="KSO_WM_TAG_VERSION" val="3.0"/>
  <p:tag name="KSO_WM_BEAUTIFY_FLAG" val="#wm#"/>
  <p:tag name="KSO_WM_TEMPLATE_CATEGORY" val="diagram"/>
  <p:tag name="KSO_WM_TEMPLATE_INDEX" val="20235156"/>
  <p:tag name="KSO_WM_SLIDE_TYPE" val="text"/>
  <p:tag name="KSO_WM_SLIDE_SUBTYPE" val="diag"/>
  <p:tag name="KSO_WM_SLIDE_SIZE" val="850.394*325.1"/>
  <p:tag name="KSO_WM_SLIDE_POSITION" val="54.8032*134.6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5151_5*a*1"/>
  <p:tag name="KSO_WM_TEMPLATE_CATEGORY" val="diagram"/>
  <p:tag name="KSO_WM_TEMPLATE_INDEX" val="20235151"/>
  <p:tag name="KSO_WM_UNIT_LAYERLEVEL" val="1"/>
  <p:tag name="KSO_WM_TAG_VERSION" val="3.0"/>
  <p:tag name="KSO_WM_BEAUTIFY_FLAG" val="#wm#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5*l_h_f*1_1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5*l_h_i*1_1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45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5*l_h_f*1_3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5*l_h_i*1_3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47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5151_5*l_h_f*1_5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9"/>
  <p:tag name="KSO_WM_UNIT_USESOURCEFORMAT_APPLY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5151_5*l_h_i*1_5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49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5*l_h_f*1_2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5*l_h_i*1_2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51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51_5*l_h_f*1_4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5151_5*l_h_i*1_4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53.xml><?xml version="1.0" encoding="utf-8"?>
<p:tagLst xmlns:p="http://schemas.openxmlformats.org/presentationml/2006/main">
  <p:tag name="KSO_WM_DIAGRAM_VIRTUALLY_FRAME" val="{&quot;height&quot;:372.1281089623034,&quot;left&quot;:54.80000000000001,&quot;top&quot;:113.53594551884835,&quot;width&quot;:850.4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5151_5*l_h_f*1_6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10"/>
  <p:tag name="KSO_WM_UNIT_USESOURCEFORMAT_APPLY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5151_5*l_h_i*1_6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2.1281089623034,&quot;left&quot;:54.80000000000001,&quot;top&quot;:113.53594551884835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155.xml><?xml version="1.0" encoding="utf-8"?>
<p:tagLst xmlns:p="http://schemas.openxmlformats.org/presentationml/2006/main">
  <p:tag name="KSO_WM_SLIDE_ID" val="diagram2023515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1"/>
  <p:tag name="KSO_WM_SLIDE_TYPE" val="text"/>
  <p:tag name="KSO_WM_SLIDE_SUBTYPE" val="diag"/>
  <p:tag name="KSO_WM_SLIDE_SIZE" val="850.4*369.9"/>
  <p:tag name="KSO_WM_SLIDE_POSITION" val="54.8*114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5239_1*a*1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PRESET_TEXT" val="单击此处添加标题内容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239_1*i*1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7"/>
  <p:tag name="KSO_WM_UNIT_TEXT_FILL_FORE_SCHEMECOLOR_INDEX" val="13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5239_1*i*2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7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5239_1*i*3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6"/>
  <p:tag name="KSO_WM_UNIT_TEXT_FILL_FORE_SCHEMECOLOR_INDEX" val="13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35239_1*i*4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35239_1*i*5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6"/>
  <p:tag name="KSO_WM_UNIT_TEXT_FILL_FORE_SCHEMECOLOR_INDEX" val="13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35239_1*i*6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6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35239_1*i*7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7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8"/>
  <p:tag name="KSO_WM_UNIT_ID" val="custom20235239_1*i*8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7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35239_1*i*9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6"/>
  <p:tag name="KSO_WM_UNIT_TEXT_FILL_FORE_SCHEMECOLOR_INDEX" val="13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35239_1*i*10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6"/>
  <p:tag name="KSO_WM_UNIT_TEXT_FILL_FORE_SCHEMECOLOR_INDEX" val="13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35239_1*i*11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35239_1*i*12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35239_1*i*13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4"/>
  <p:tag name="KSO_WM_UNIT_ID" val="custom20235239_1*i*14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5"/>
  <p:tag name="KSO_WM_UNIT_ID" val="custom20235239_1*i*15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6"/>
  <p:tag name="KSO_WM_UNIT_ID" val="custom20235239_1*i*16"/>
  <p:tag name="KSO_WM_TEMPLATE_CATEGORY" val="custom"/>
  <p:tag name="KSO_WM_TEMPLATE_INDEX" val="202352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"/>
  <p:tag name="KSO_WM_UNIT_ID" val="diagram20235649_4*l_i*1_1"/>
  <p:tag name="KSO_WM_TEMPLATE_CATEGORY" val="diagram"/>
  <p:tag name="KSO_WM_TEMPLATE_INDEX" val="20235649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649_4*l_h_f*1_1_1"/>
  <p:tag name="KSO_WM_TEMPLATE_CATEGORY" val="diagram"/>
  <p:tag name="KSO_WM_TEMPLATE_INDEX" val="2023564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649_4*l_h_f*1_2_1"/>
  <p:tag name="KSO_WM_TEMPLATE_CATEGORY" val="diagram"/>
  <p:tag name="KSO_WM_TEMPLATE_INDEX" val="2023564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为了最终演示发布的良好效果，可酌情增减你的文字。"/>
  <p:tag name="KSO_WM_UNIT_TEXT_FILL_FORE_SCHEMECOLOR_INDEX" val="1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649_4*l_h_f*1_3_1"/>
  <p:tag name="KSO_WM_TEMPLATE_CATEGORY" val="diagram"/>
  <p:tag name="KSO_WM_TEMPLATE_INDEX" val="2023564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649_4*l_h_i*1_1_1"/>
  <p:tag name="KSO_WM_TEMPLATE_CATEGORY" val="diagram"/>
  <p:tag name="KSO_WM_TEMPLATE_INDEX" val="2023564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1"/>
</p:tagLst>
</file>

<file path=ppt/tags/tag17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5649_4*l_h_i*1_3_1"/>
  <p:tag name="KSO_WM_TEMPLATE_CATEGORY" val="diagram"/>
  <p:tag name="KSO_WM_TEMPLATE_INDEX" val="2023564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1"/>
</p:tagLst>
</file>

<file path=ppt/tags/tag1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5649_4*l_h_f*1_4_1"/>
  <p:tag name="KSO_WM_TEMPLATE_CATEGORY" val="diagram"/>
  <p:tag name="KSO_WM_TEMPLATE_INDEX" val="2023564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649_4*l_h_i*1_2_1"/>
  <p:tag name="KSO_WM_TEMPLATE_CATEGORY" val="diagram"/>
  <p:tag name="KSO_WM_TEMPLATE_INDEX" val="2023564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1"/>
</p:tagLst>
</file>

<file path=ppt/tags/tag18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5649_4*l_h_i*1_4_1"/>
  <p:tag name="KSO_WM_TEMPLATE_CATEGORY" val="diagram"/>
  <p:tag name="KSO_WM_TEMPLATE_INDEX" val="2023564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1"/>
</p:tagLst>
</file>

<file path=ppt/tags/tag18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5649_4*l_h_f*1_5_1"/>
  <p:tag name="KSO_WM_TEMPLATE_CATEGORY" val="diagram"/>
  <p:tag name="KSO_WM_TEMPLATE_INDEX" val="20235649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9.95,&quot;left&quot;:47.78836958410443,&quot;top&quot;:132.00000000000003,&quot;width&quot;:552.36223720974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为了最终演示发布的良好效果，可酌情增减你的文字。"/>
  <p:tag name="KSO_WM_UNIT_TEXT_FILL_FORE_SCHEMECOLOR_INDEX" val="1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SLIDE_ID" val="custom20235239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35239"/>
  <p:tag name="KSO_WM_SLIDE_TYPE" val="text"/>
  <p:tag name="KSO_WM_SLIDE_SUBTYPE" val="picTxt"/>
  <p:tag name="KSO_WM_SLIDE_SIZE" val="552.439*359.95"/>
  <p:tag name="KSO_WM_SLIDE_POSITION" val="47.75*13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924_4*a*1"/>
  <p:tag name="KSO_WM_TEMPLATE_CATEGORY" val="diagram"/>
  <p:tag name="KSO_WM_TEMPLATE_INDEX" val="20234924"/>
  <p:tag name="KSO_WM_UNIT_LAYERLEVEL" val="1"/>
  <p:tag name="KSO_WM_TAG_VERSION" val="3.0"/>
  <p:tag name="KSO_WM_BEAUTIFY_FLAG" val="#wm#"/>
  <p:tag name="KSO_WM_DIAGRAM_GROUP_CODE" val="o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5_1"/>
  <p:tag name="KSO_WM_UNIT_ID" val="diagram20234924_4*o_h_f*1_5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UNIT_FROM" val="WPS"/>
  <p:tag name="KSO_WM_DIAGRAM_VERSION" val="3"/>
  <p:tag name="KSO_WM_DIAGRAM_COLOR_TRICK" val="1"/>
  <p:tag name="KSO_WM_DIAGRAM_COLOR_TEXT_CAN_REMOVE" val="n"/>
  <p:tag name="KSO_WM_UNIT_VALUE" val="36"/>
  <p:tag name="KSO_WM_DIAGRAM_GROUP_CODE" val="o1-1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9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1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5_2"/>
  <p:tag name="KSO_WM_UNIT_ID" val="diagram20234924_4*o_h_i*1_5_2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299999952316284,&quot;transparency&quot;:0}],&quot;type&quot;:3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brightness&quot;:-0.5,&quot;colorType&quot;:1,&quot;foreColorIndex&quot;:5,&quot;transparency&quot;:0.75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9"/>
  <p:tag name="KSO_WM_UNIT_TEXT_FILL_FORE_SCHEMECOLOR_INDEX" val="14"/>
  <p:tag name="KSO_WM_UNIT_TEXT_FILL_TYPE" val="1"/>
  <p:tag name="KSO_WM_UNIT_TEXT_SHADOW_SCHEMECOLOR_INDEX" val="9"/>
  <p:tag name="KSO_WM_UNIT_USESOURCEFORMAT_APPLY" val="1"/>
</p:tagLst>
</file>

<file path=ppt/tags/tag1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5_1"/>
  <p:tag name="KSO_WM_UNIT_ID" val="diagram20234924_4*o_h_i*1_5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-0.25,&quot;colorType&quot;:1,&quot;foreColorIndex&quot;:5,&quot;pos&quot;:0.620000004768371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1_1"/>
  <p:tag name="KSO_WM_UNIT_ID" val="diagram20234924_4*o_h_f*1_1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UNIT_FROM" val="WPS"/>
  <p:tag name="KSO_WM_DIAGRAM_VERSION" val="3"/>
  <p:tag name="KSO_WM_DIAGRAM_COLOR_TRICK" val="1"/>
  <p:tag name="KSO_WM_DIAGRAM_COLOR_TEXT_CAN_REMOVE" val="n"/>
  <p:tag name="KSO_WM_UNIT_VALUE" val="124"/>
  <p:tag name="KSO_WM_DIAGRAM_GROUP_CODE" val="o1-1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5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18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2_1"/>
  <p:tag name="KSO_WM_UNIT_ID" val="diagram20234924_4*o_h_f*1_2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UNIT_FROM" val="WPS"/>
  <p:tag name="KSO_WM_DIAGRAM_VERSION" val="3"/>
  <p:tag name="KSO_WM_DIAGRAM_COLOR_TRICK" val="1"/>
  <p:tag name="KSO_WM_DIAGRAM_COLOR_TEXT_CAN_REMOVE" val="n"/>
  <p:tag name="KSO_WM_UNIT_VALUE" val="99"/>
  <p:tag name="KSO_WM_DIAGRAM_GROUP_CODE" val="o1-1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6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19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3_1"/>
  <p:tag name="KSO_WM_UNIT_ID" val="diagram20234924_4*o_h_f*1_3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UNIT_FROM" val="WPS"/>
  <p:tag name="KSO_WM_DIAGRAM_VERSION" val="3"/>
  <p:tag name="KSO_WM_DIAGRAM_COLOR_TRICK" val="1"/>
  <p:tag name="KSO_WM_DIAGRAM_COLOR_TEXT_CAN_REMOVE" val="n"/>
  <p:tag name="KSO_WM_UNIT_VALUE" val="70"/>
  <p:tag name="KSO_WM_DIAGRAM_GROUP_CODE" val="o1-1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7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19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4_1"/>
  <p:tag name="KSO_WM_UNIT_ID" val="diagram20234924_4*o_h_f*1_4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UNIT_FROM" val="WPS"/>
  <p:tag name="KSO_WM_DIAGRAM_VERSION" val="3"/>
  <p:tag name="KSO_WM_DIAGRAM_COLOR_TRICK" val="1"/>
  <p:tag name="KSO_WM_DIAGRAM_COLOR_TEXT_CAN_REMOVE" val="n"/>
  <p:tag name="KSO_WM_UNIT_VALUE" val="35"/>
  <p:tag name="KSO_WM_DIAGRAM_GROUP_CODE" val="o1-1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.9200000166893005},{&quot;brightness&quot;:0.800000011920929,&quot;colorType&quot;:1,&quot;foreColorIndex&quot;:5,&quot;pos&quot;:0.12999999523162842,&quot;transparency&quot;:0.75},{&quot;brightness&quot;:0.800000011920929,&quot;colorType&quot;:1,&quot;foreColorIndex&quot;:5,&quot;pos&quot;:1,&quot;transparency&quot;:0.3100000023841858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观点"/>
  <p:tag name="KSO_WM_UNIT_FILL_TYPE" val="3"/>
  <p:tag name="KSO_WM_UNIT_LINE_FORE_SCHEMECOLOR_INDEX" val="8"/>
  <p:tag name="KSO_WM_UNIT_TEXT_FILL_FORE_SCHEMECOLOR_INDEX" val="1"/>
  <p:tag name="KSO_WM_UNIT_TEXT_FILL_TYPE" val="1"/>
  <p:tag name="KSO_WM_UNIT_TEXT_TYPE" val="1"/>
  <p:tag name="KSO_WM_UNIT_LINE_FILL_TYPE" val="2"/>
  <p:tag name="KSO_WM_UNIT_USESOURCEFORMAT_APPLY" val="1"/>
</p:tagLst>
</file>

<file path=ppt/tags/tag1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2"/>
  <p:tag name="KSO_WM_UNIT_ID" val="diagram20234924_4*o_h_i*1_4_2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299999952316284,&quot;transparency&quot;:0}],&quot;type&quot;:3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brightness&quot;:-0.5,&quot;colorType&quot;:1,&quot;foreColorIndex&quot;:5,&quot;transparency&quot;:0.75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4"/>
  <p:tag name="KSO_WM_UNIT_TEXT_FILL_TYPE" val="1"/>
  <p:tag name="KSO_WM_UNIT_TEXT_SHADOW_SCHEMECOLOR_INDEX" val="8"/>
  <p:tag name="KSO_WM_UNIT_USESOURCEFORMAT_APPLY" val="1"/>
</p:tagLst>
</file>

<file path=ppt/tags/tag1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1"/>
  <p:tag name="KSO_WM_UNIT_ID" val="diagram20234924_4*o_h_i*1_4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-0.25,&quot;colorType&quot;:1,&quot;foreColorIndex&quot;:5,&quot;pos&quot;:0.620000004768371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2"/>
  <p:tag name="KSO_WM_UNIT_ID" val="diagram20234924_4*o_h_i*1_3_2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299999952316284,&quot;transparency&quot;:0}],&quot;type&quot;:3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brightness&quot;:-0.5,&quot;colorType&quot;:1,&quot;foreColorIndex&quot;:5,&quot;transparency&quot;:0.75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14"/>
  <p:tag name="KSO_WM_UNIT_TEXT_FILL_TYPE" val="1"/>
  <p:tag name="KSO_WM_UNIT_TEXT_SHADOW_SCHEMECOLOR_INDEX" val="7"/>
  <p:tag name="KSO_WM_UNIT_USESOURCEFORMAT_APPLY" val="1"/>
</p:tagLst>
</file>

<file path=ppt/tags/tag1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1"/>
  <p:tag name="KSO_WM_UNIT_ID" val="diagram20234924_4*o_h_i*1_3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-0.25,&quot;colorType&quot;:1,&quot;foreColorIndex&quot;:5,&quot;pos&quot;:0.620000004768371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2"/>
  <p:tag name="KSO_WM_UNIT_ID" val="diagram20234924_4*o_h_i*1_2_2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299999952316284,&quot;transparency&quot;:0}],&quot;type&quot;:3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brightness&quot;:-0.5,&quot;colorType&quot;:1,&quot;foreColorIndex&quot;:5,&quot;transparency&quot;:0.75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14"/>
  <p:tag name="KSO_WM_UNIT_TEXT_FILL_TYPE" val="1"/>
  <p:tag name="KSO_WM_UNIT_TEXT_SHADOW_SCHEMECOLOR_INDEX" val="6"/>
  <p:tag name="KSO_WM_UNIT_USESOURCEFORMAT_APPLY" val="1"/>
</p:tagLst>
</file>

<file path=ppt/tags/tag1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1"/>
  <p:tag name="KSO_WM_UNIT_ID" val="diagram20234924_4*o_h_i*1_2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-0.25,&quot;colorType&quot;:1,&quot;foreColorIndex&quot;:5,&quot;pos&quot;:0.620000004768371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2"/>
  <p:tag name="KSO_WM_UNIT_ID" val="diagram20234924_4*o_h_i*1_1_2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6299999952316284,&quot;transparency&quot;:0}],&quot;type&quot;:3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brightness&quot;:-0.5,&quot;colorType&quot;:1,&quot;foreColorIndex&quot;:5,&quot;transparency&quot;:0.75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4"/>
  <p:tag name="KSO_WM_UNIT_TEXT_FILL_TYPE" val="1"/>
  <p:tag name="KSO_WM_UNIT_TEXT_SHADOW_SCHEMECOLOR_INDEX" val="5"/>
  <p:tag name="KSO_WM_UNIT_USESOURCEFORMAT_APPLY" val="1"/>
</p:tagLst>
</file>

<file path=ppt/tags/tag1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1"/>
  <p:tag name="KSO_WM_UNIT_ID" val="diagram20234924_4*o_h_i*1_1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3"/>
  <p:tag name="KSO_WM_UNIT_ID" val="diagram20234924_4*o_h_i*1_1_3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brightness&quot;:-0.5,&quot;colorType&quot;:1,&quot;foreColorIndex&quot;:6,&quot;transparency&quot;:0.819999992847442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245*254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x"/>
  <p:tag name="KSO_WM_UNIT_INDEX" val="1_1_1"/>
  <p:tag name="KSO_WM_UNIT_ID" val="diagram20234924_4*o_h_x*1_1_1"/>
  <p:tag name="KSO_WM_TEMPLATE_CATEGORY" val="diagram"/>
  <p:tag name="KSO_WM_TEMPLATE_INDEX" val="2023492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4.37526230967393,&quot;left&quot;:119.84999999999995,&quot;top&quot;:130.37473104988746,&quot;width&quot;:72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202.xml><?xml version="1.0" encoding="utf-8"?>
<p:tagLst xmlns:p="http://schemas.openxmlformats.org/presentationml/2006/main">
  <p:tag name="KSO_WM_SLIDE_ID" val="diagram2023492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4924"/>
  <p:tag name="KSO_WM_SLIDE_TYPE" val="text"/>
  <p:tag name="KSO_WM_SLIDE_SUBTYPE" val="diag"/>
  <p:tag name="KSO_WM_SLIDE_SIZE" val="720.4*364.375"/>
  <p:tag name="KSO_WM_SLIDE_POSITION" val="119.85*130.375"/>
  <p:tag name="KSO_WM_SLIDE_LAYOUT" val="a_o"/>
  <p:tag name="KSO_WM_SLIDE_LAYOUT_CNT" val="1_1"/>
  <p:tag name="KSO_WM_SPECIAL_SOURCE" val="bdnull"/>
  <p:tag name="KSO_WM_DIAGRAM_GROUP_CODE" val="o1-1"/>
  <p:tag name="KSO_WM_SLIDE_DIAGTYPE" val="o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76">
      <a:dk1>
        <a:srgbClr val="000000"/>
      </a:dk1>
      <a:lt1>
        <a:srgbClr val="FFFFFF"/>
      </a:lt1>
      <a:dk2>
        <a:srgbClr val="0066C6"/>
      </a:dk2>
      <a:lt2>
        <a:srgbClr val="F6F9FF"/>
      </a:lt2>
      <a:accent1>
        <a:srgbClr val="77C4FF"/>
      </a:accent1>
      <a:accent2>
        <a:srgbClr val="FF8F29"/>
      </a:accent2>
      <a:accent3>
        <a:srgbClr val="39E990"/>
      </a:accent3>
      <a:accent4>
        <a:srgbClr val="FFA728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2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</Words>
  <Application>WPS 文字</Application>
  <PresentationFormat/>
  <Paragraphs>160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微软雅黑</vt:lpstr>
      <vt:lpstr>Office Theme</vt:lpstr>
      <vt:lpstr>Office 主题​​</vt:lpstr>
      <vt:lpstr>高速路高清摄像头蓝光检测</vt:lpstr>
      <vt:lpstr>题目背景</vt:lpstr>
      <vt:lpstr>核心任务</vt:lpstr>
      <vt:lpstr>主要难点</vt:lpstr>
      <vt:lpstr>总体算法流程</vt:lpstr>
      <vt:lpstr>图像预处理与蓝光候选</vt:lpstr>
      <vt:lpstr>车辆检测与补检</vt:lpstr>
      <vt:lpstr>蓝光来源分类</vt:lpstr>
      <vt:lpstr>可视化与统计</vt:lpstr>
      <vt:lpstr>方案特点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高速路高清摄像头蓝光检测</dc:title>
  <dc:creator>问题理解与算法实现</dc:creator>
  <cp:lastModifiedBy>Stan</cp:lastModifiedBy>
  <cp:revision>2</cp:revision>
  <dcterms:created xsi:type="dcterms:W3CDTF">2026-05-17T15:25:13Z</dcterms:created>
  <dcterms:modified xsi:type="dcterms:W3CDTF">2026-05-17T15:25:13Z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3688B361DF49E35D08DD096AB80CD0A3_42</vt:lpwstr>
  </property>
  <property fmtid="{D5CDD505-2E9C-101B-9397-08002B2CF9AE}" pid="3" name="KSOProductBuildVer">
    <vt:lpwstr>2052-7.2.2.8955</vt:lpwstr>
  </property>
</Properties>
</file>
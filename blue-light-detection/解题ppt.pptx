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0" r:id="rId3"/>
  </p:sldMasterIdLst>
  <p:sldIdLst>
    <p:sldId id="26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echuying" initials="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 showGuides="1">
      <p:cViewPr varScale="1">
        <p:scale>
          <a:sx n="161" d="100"/>
          <a:sy n="161" d="100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" Type="http://schemas.openxmlformats.org/officeDocument/2006/relationships/theme" Target="theme/theme1.xml"/><Relationship Id="rId17" Type="http://schemas.openxmlformats.org/officeDocument/2006/relationships/commentAuthors" Target="commentAuthors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9" Type="http://schemas.openxmlformats.org/officeDocument/2006/relationships/tags" Target="../tags/tag7.xml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tags" Target="../tags/tag3.xml"/><Relationship Id="rId4" Type="http://schemas.openxmlformats.org/officeDocument/2006/relationships/image" Target="../media/image1.jpeg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8" Type="http://schemas.openxmlformats.org/officeDocument/2006/relationships/tags" Target="../tags/tag16.xml"/><Relationship Id="rId17" Type="http://schemas.openxmlformats.org/officeDocument/2006/relationships/tags" Target="../tags/tag15.xml"/><Relationship Id="rId16" Type="http://schemas.openxmlformats.org/officeDocument/2006/relationships/tags" Target="../tags/tag14.xml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tags" Target="../tags/tag8.xml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/>
          <p:cNvSpPr/>
          <p:nvPr userDrawn="1">
            <p:custDataLst>
              <p:tags r:id="rId2"/>
            </p:custDataLst>
          </p:nvPr>
        </p:nvSpPr>
        <p:spPr>
          <a:xfrm>
            <a:off x="1177766" y="230029"/>
            <a:ext cx="7966710" cy="4481036"/>
          </a:xfrm>
          <a:prstGeom prst="rect">
            <a:avLst/>
          </a:prstGeom>
          <a:gradFill>
            <a:gsLst>
              <a:gs pos="0">
                <a:schemeClr val="bg2">
                  <a:lumMod val="90000"/>
                  <a:lumOff val="10000"/>
                </a:schemeClr>
              </a:gs>
              <a:gs pos="100000">
                <a:schemeClr val="bg2">
                  <a:lumMod val="90000"/>
                  <a:lumOff val="10000"/>
                </a:schemeClr>
              </a:gs>
            </a:gsLst>
            <a:lin ang="5400000" scaled="0"/>
          </a:gra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>
              <a:cs typeface="微软雅黑" charset="-122"/>
            </a:endParaRPr>
          </a:p>
        </p:txBody>
      </p:sp>
      <p:pic>
        <p:nvPicPr>
          <p:cNvPr id="7" name="图片 6" descr="生成蓝色调机械齿轮图片 (2)"/>
          <p:cNvPicPr>
            <a:picLocks noChangeAspect="1"/>
          </p:cNvPicPr>
          <p:nvPr userDrawn="1">
            <p:custDataLst>
              <p:tags r:id="rId3"/>
            </p:custDataLst>
          </p:nvPr>
        </p:nvPicPr>
        <p:blipFill>
          <a:blip r:embed="rId4" cstate="screen"/>
          <a:srcRect/>
          <a:stretch>
            <a:fillRect/>
          </a:stretch>
        </p:blipFill>
        <p:spPr>
          <a:xfrm>
            <a:off x="0" y="-9049"/>
            <a:ext cx="5678329" cy="5152073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2896" h="10781">
                <a:moveTo>
                  <a:pt x="0" y="0"/>
                </a:moveTo>
                <a:lnTo>
                  <a:pt x="12896" y="0"/>
                </a:lnTo>
                <a:lnTo>
                  <a:pt x="5866" y="10781"/>
                </a:lnTo>
                <a:lnTo>
                  <a:pt x="0" y="10781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15" name="任意多边形: 形状 43"/>
          <p:cNvSpPr/>
          <p:nvPr userDrawn="1">
            <p:custDataLst>
              <p:tags r:id="rId5"/>
            </p:custDataLst>
          </p:nvPr>
        </p:nvSpPr>
        <p:spPr bwMode="auto">
          <a:xfrm>
            <a:off x="2398214" y="1682115"/>
            <a:ext cx="2681469" cy="3461385"/>
          </a:xfrm>
          <a:custGeom>
            <a:avLst/>
            <a:gdLst>
              <a:gd name="T0" fmla="*/ 775 w 3269"/>
              <a:gd name="T1" fmla="*/ 3824 h 3824"/>
              <a:gd name="T2" fmla="*/ 3269 w 3269"/>
              <a:gd name="T3" fmla="*/ 0 h 3824"/>
              <a:gd name="T4" fmla="*/ 2494 w 3269"/>
              <a:gd name="T5" fmla="*/ 0 h 3824"/>
              <a:gd name="T6" fmla="*/ 0 w 3269"/>
              <a:gd name="T7" fmla="*/ 3824 h 3824"/>
              <a:gd name="T8" fmla="*/ 775 w 3269"/>
              <a:gd name="T9" fmla="*/ 3824 h 38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5630" h="7268">
                <a:moveTo>
                  <a:pt x="4740" y="0"/>
                </a:moveTo>
                <a:lnTo>
                  <a:pt x="5630" y="0"/>
                </a:lnTo>
                <a:lnTo>
                  <a:pt x="891" y="7268"/>
                </a:lnTo>
                <a:lnTo>
                  <a:pt x="0" y="7268"/>
                </a:lnTo>
                <a:lnTo>
                  <a:pt x="474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  <a:alpha val="0"/>
                </a:schemeClr>
              </a:gs>
            </a:gsLst>
            <a:lin ang="16200000" scaled="1"/>
            <a:tileRect/>
          </a:gradFill>
          <a:ln>
            <a:noFill/>
          </a:ln>
        </p:spPr>
        <p:txBody>
          <a:bodyPr vert="horz" wrap="square" lIns="68580" tIns="34290" rIns="68580" bIns="34290" numCol="1" anchor="t" anchorCtr="0" compatLnSpc="1">
            <a:noAutofit/>
          </a:bodyPr>
          <a:lstStyle/>
          <a:p>
            <a:endParaRPr lang="zh-CN" altLang="en-US" sz="1350">
              <a:cs typeface="微软雅黑" charset="-122"/>
            </a:endParaRPr>
          </a:p>
        </p:txBody>
      </p:sp>
      <p:sp>
        <p:nvSpPr>
          <p:cNvPr id="16" name="矩形 15"/>
          <p:cNvSpPr/>
          <p:nvPr userDrawn="1">
            <p:custDataLst>
              <p:tags r:id="rId6"/>
            </p:custDataLst>
          </p:nvPr>
        </p:nvSpPr>
        <p:spPr>
          <a:xfrm>
            <a:off x="0" y="-9049"/>
            <a:ext cx="9153000" cy="623411"/>
          </a:xfrm>
          <a:prstGeom prst="rect">
            <a:avLst/>
          </a:prstGeom>
          <a:gradFill>
            <a:gsLst>
              <a:gs pos="0">
                <a:schemeClr val="accent1">
                  <a:lumMod val="90000"/>
                </a:schemeClr>
              </a:gs>
              <a:gs pos="100000">
                <a:schemeClr val="accent1">
                  <a:lumMod val="9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>
              <a:cs typeface="微软雅黑" charset="-122"/>
            </a:endParaRPr>
          </a:p>
        </p:txBody>
      </p:sp>
      <p:sp>
        <p:nvSpPr>
          <p:cNvPr id="17" name="矩形 16"/>
          <p:cNvSpPr/>
          <p:nvPr userDrawn="1">
            <p:custDataLst>
              <p:tags r:id="rId7"/>
            </p:custDataLst>
          </p:nvPr>
        </p:nvSpPr>
        <p:spPr>
          <a:xfrm>
            <a:off x="0" y="4519613"/>
            <a:ext cx="9153000" cy="623411"/>
          </a:xfrm>
          <a:prstGeom prst="rect">
            <a:avLst/>
          </a:prstGeom>
          <a:gradFill>
            <a:gsLst>
              <a:gs pos="0">
                <a:schemeClr val="accent1">
                  <a:lumMod val="95000"/>
                </a:schemeClr>
              </a:gs>
              <a:gs pos="100000">
                <a:schemeClr val="accent1">
                  <a:lumMod val="95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 sz="1350">
              <a:cs typeface="微软雅黑" charset="-122"/>
              <a:sym typeface="+mn-ea"/>
            </a:endParaRPr>
          </a:p>
        </p:txBody>
      </p:sp>
      <p:sp>
        <p:nvSpPr>
          <p:cNvPr id="13" name="任意多边形: 形状 12"/>
          <p:cNvSpPr/>
          <p:nvPr userDrawn="1">
            <p:custDataLst>
              <p:tags r:id="rId8"/>
            </p:custDataLst>
          </p:nvPr>
        </p:nvSpPr>
        <p:spPr bwMode="auto">
          <a:xfrm flipH="1" flipV="1">
            <a:off x="8244364" y="3763804"/>
            <a:ext cx="899636" cy="1379696"/>
          </a:xfrm>
          <a:custGeom>
            <a:avLst/>
            <a:gdLst>
              <a:gd name="connsiteX0" fmla="*/ 0 w 2974422"/>
              <a:gd name="connsiteY0" fmla="*/ 4561506 h 4561506"/>
              <a:gd name="connsiteX1" fmla="*/ 0 w 2974422"/>
              <a:gd name="connsiteY1" fmla="*/ 0 h 4561506"/>
              <a:gd name="connsiteX2" fmla="*/ 2974422 w 2974422"/>
              <a:gd name="connsiteY2" fmla="*/ 0 h 4561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889" h="2897">
                <a:moveTo>
                  <a:pt x="1091" y="0"/>
                </a:moveTo>
                <a:lnTo>
                  <a:pt x="1889" y="0"/>
                </a:lnTo>
                <a:lnTo>
                  <a:pt x="0" y="2897"/>
                </a:lnTo>
                <a:lnTo>
                  <a:pt x="0" y="1673"/>
                </a:lnTo>
                <a:lnTo>
                  <a:pt x="1091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0000"/>
                  <a:lumOff val="40000"/>
                  <a:alpha val="43000"/>
                </a:schemeClr>
              </a:gs>
              <a:gs pos="100000">
                <a:schemeClr val="accent1">
                  <a:lumMod val="60000"/>
                  <a:lumOff val="40000"/>
                  <a:alpha val="0"/>
                </a:schemeClr>
              </a:gs>
            </a:gsLst>
            <a:lin ang="5400000" scaled="1"/>
            <a:tileRect/>
          </a:gradFill>
          <a:ln>
            <a:noFill/>
          </a:ln>
        </p:spPr>
        <p:txBody>
          <a:bodyPr vert="horz" wrap="square" lIns="68580" tIns="34290" rIns="68580" bIns="34290" numCol="1" anchor="t" anchorCtr="0" compatLnSpc="1">
            <a:noAutofit/>
          </a:bodyPr>
          <a:lstStyle/>
          <a:p>
            <a:pPr lvl="0"/>
            <a:endParaRPr lang="zh-CN" altLang="en-US" sz="1350">
              <a:cs typeface="微软雅黑" charset="-122"/>
            </a:endParaRPr>
          </a:p>
        </p:txBody>
      </p:sp>
      <p:sp>
        <p:nvSpPr>
          <p:cNvPr id="8" name="任意多边形: 形状 43"/>
          <p:cNvSpPr/>
          <p:nvPr userDrawn="1">
            <p:custDataLst>
              <p:tags r:id="rId9"/>
            </p:custDataLst>
          </p:nvPr>
        </p:nvSpPr>
        <p:spPr bwMode="auto">
          <a:xfrm>
            <a:off x="5321141" y="230029"/>
            <a:ext cx="982928" cy="740569"/>
          </a:xfrm>
          <a:custGeom>
            <a:avLst/>
            <a:gdLst>
              <a:gd name="T0" fmla="*/ 775 w 3269"/>
              <a:gd name="T1" fmla="*/ 3824 h 3824"/>
              <a:gd name="T2" fmla="*/ 3269 w 3269"/>
              <a:gd name="T3" fmla="*/ 0 h 3824"/>
              <a:gd name="T4" fmla="*/ 2494 w 3269"/>
              <a:gd name="T5" fmla="*/ 0 h 3824"/>
              <a:gd name="T6" fmla="*/ 0 w 3269"/>
              <a:gd name="T7" fmla="*/ 3824 h 3824"/>
              <a:gd name="T8" fmla="*/ 775 w 3269"/>
              <a:gd name="T9" fmla="*/ 3824 h 38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064" h="1555">
                <a:moveTo>
                  <a:pt x="1014" y="0"/>
                </a:moveTo>
                <a:lnTo>
                  <a:pt x="2064" y="0"/>
                </a:lnTo>
                <a:lnTo>
                  <a:pt x="1050" y="1555"/>
                </a:lnTo>
                <a:lnTo>
                  <a:pt x="0" y="1555"/>
                </a:lnTo>
                <a:lnTo>
                  <a:pt x="1014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0000"/>
                  <a:lumOff val="40000"/>
                  <a:alpha val="61000"/>
                </a:schemeClr>
              </a:gs>
              <a:gs pos="100000">
                <a:schemeClr val="accent1">
                  <a:lumMod val="60000"/>
                  <a:lumOff val="40000"/>
                  <a:alpha val="0"/>
                </a:schemeClr>
              </a:gs>
            </a:gsLst>
            <a:lin ang="16200000" scaled="1"/>
            <a:tileRect/>
          </a:gradFill>
          <a:ln>
            <a:noFill/>
          </a:ln>
        </p:spPr>
        <p:txBody>
          <a:bodyPr vert="horz" wrap="square" lIns="68580" tIns="34290" rIns="68580" bIns="34290" numCol="1" anchor="t" anchorCtr="0" compatLnSpc="1">
            <a:noAutofit/>
          </a:bodyPr>
          <a:lstStyle/>
          <a:p>
            <a:endParaRPr lang="zh-CN" altLang="en-US" sz="1350">
              <a:cs typeface="微软雅黑" charset="-122"/>
            </a:endParaRPr>
          </a:p>
        </p:txBody>
      </p:sp>
      <p:sp>
        <p:nvSpPr>
          <p:cNvPr id="9" name="任意多边形: 形状 7"/>
          <p:cNvSpPr/>
          <p:nvPr userDrawn="1">
            <p:custDataLst>
              <p:tags r:id="rId10"/>
            </p:custDataLst>
          </p:nvPr>
        </p:nvSpPr>
        <p:spPr bwMode="auto">
          <a:xfrm>
            <a:off x="0" y="0"/>
            <a:ext cx="706279" cy="1083263"/>
          </a:xfrm>
          <a:custGeom>
            <a:avLst/>
            <a:gdLst>
              <a:gd name="connsiteX0" fmla="*/ 0 w 1288621"/>
              <a:gd name="connsiteY0" fmla="*/ 0 h 1975816"/>
              <a:gd name="connsiteX1" fmla="*/ 1288621 w 1288621"/>
              <a:gd name="connsiteY1" fmla="*/ 0 h 1975816"/>
              <a:gd name="connsiteX2" fmla="*/ 0 w 1288621"/>
              <a:gd name="connsiteY2" fmla="*/ 1975816 h 1975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483" h="2275">
                <a:moveTo>
                  <a:pt x="0" y="0"/>
                </a:moveTo>
                <a:lnTo>
                  <a:pt x="1483" y="0"/>
                </a:lnTo>
                <a:lnTo>
                  <a:pt x="0" y="2275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0000"/>
                  <a:lumOff val="40000"/>
                  <a:alpha val="100000"/>
                </a:schemeClr>
              </a:gs>
              <a:gs pos="100000">
                <a:schemeClr val="accent1">
                  <a:lumMod val="60000"/>
                  <a:lumOff val="40000"/>
                  <a:alpha val="0"/>
                </a:schemeClr>
              </a:gs>
            </a:gsLst>
            <a:lin ang="16200000" scaled="1"/>
            <a:tileRect/>
          </a:gradFill>
          <a:ln>
            <a:noFill/>
          </a:ln>
        </p:spPr>
        <p:txBody>
          <a:bodyPr vert="horz" wrap="square" lIns="68580" tIns="34290" rIns="68580" bIns="34290" numCol="1" spcCol="0" rtlCol="0" fromWordArt="0" anchor="t" anchorCtr="0" forceAA="0" compatLnSpc="1">
            <a:noAutofit/>
          </a:bodyPr>
          <a:lstStyle/>
          <a:p>
            <a:pPr lvl="0" algn="l">
              <a:buClrTx/>
              <a:buSzTx/>
              <a:buFontTx/>
            </a:pPr>
            <a:endParaRPr lang="zh-CN" altLang="en-US" sz="1350">
              <a:cs typeface="微软雅黑" charset="-122"/>
              <a:sym typeface="+mn-ea"/>
            </a:endParaRPr>
          </a:p>
        </p:txBody>
      </p:sp>
      <p:sp>
        <p:nvSpPr>
          <p:cNvPr id="21" name="任意多边形: 形状 43"/>
          <p:cNvSpPr/>
          <p:nvPr userDrawn="1">
            <p:custDataLst>
              <p:tags r:id="rId11"/>
            </p:custDataLst>
          </p:nvPr>
        </p:nvSpPr>
        <p:spPr bwMode="auto">
          <a:xfrm>
            <a:off x="0" y="0"/>
            <a:ext cx="854869" cy="1310355"/>
          </a:xfrm>
          <a:custGeom>
            <a:avLst/>
            <a:gdLst>
              <a:gd name="T0" fmla="*/ 775 w 3269"/>
              <a:gd name="T1" fmla="*/ 3824 h 3824"/>
              <a:gd name="T2" fmla="*/ 3269 w 3269"/>
              <a:gd name="T3" fmla="*/ 0 h 3824"/>
              <a:gd name="T4" fmla="*/ 2494 w 3269"/>
              <a:gd name="T5" fmla="*/ 0 h 3824"/>
              <a:gd name="T6" fmla="*/ 0 w 3269"/>
              <a:gd name="T7" fmla="*/ 3824 h 3824"/>
              <a:gd name="T8" fmla="*/ 775 w 3269"/>
              <a:gd name="T9" fmla="*/ 3824 h 38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1795" h="2751">
                <a:moveTo>
                  <a:pt x="1580" y="0"/>
                </a:moveTo>
                <a:lnTo>
                  <a:pt x="1795" y="0"/>
                </a:lnTo>
                <a:lnTo>
                  <a:pt x="0" y="2751"/>
                </a:lnTo>
                <a:lnTo>
                  <a:pt x="0" y="2422"/>
                </a:lnTo>
                <a:lnTo>
                  <a:pt x="158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  <a:alpha val="0"/>
                </a:schemeClr>
              </a:gs>
            </a:gsLst>
            <a:lin ang="16200000" scaled="1"/>
            <a:tileRect/>
          </a:gradFill>
          <a:ln>
            <a:noFill/>
          </a:ln>
        </p:spPr>
        <p:txBody>
          <a:bodyPr vert="horz" wrap="square" lIns="68580" tIns="34290" rIns="68580" bIns="34290" numCol="1" anchor="t" anchorCtr="0" compatLnSpc="1">
            <a:noAutofit/>
          </a:bodyPr>
          <a:lstStyle/>
          <a:p>
            <a:endParaRPr lang="zh-CN" altLang="en-US" sz="1350">
              <a:cs typeface="微软雅黑" charset="-122"/>
            </a:endParaRPr>
          </a:p>
        </p:txBody>
      </p:sp>
      <p:sp>
        <p:nvSpPr>
          <p:cNvPr id="11" name="任意多边形: 形状 12"/>
          <p:cNvSpPr/>
          <p:nvPr userDrawn="1">
            <p:custDataLst>
              <p:tags r:id="rId12"/>
            </p:custDataLst>
          </p:nvPr>
        </p:nvSpPr>
        <p:spPr bwMode="auto">
          <a:xfrm flipH="1" flipV="1">
            <a:off x="5940542" y="230029"/>
            <a:ext cx="3203459" cy="4913471"/>
          </a:xfrm>
          <a:custGeom>
            <a:avLst/>
            <a:gdLst>
              <a:gd name="connsiteX0" fmla="*/ 0 w 2974422"/>
              <a:gd name="connsiteY0" fmla="*/ 4561506 h 4561506"/>
              <a:gd name="connsiteX1" fmla="*/ 0 w 2974422"/>
              <a:gd name="connsiteY1" fmla="*/ 0 h 4561506"/>
              <a:gd name="connsiteX2" fmla="*/ 2974422 w 2974422"/>
              <a:gd name="connsiteY2" fmla="*/ 0 h 45615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726" h="10317">
                <a:moveTo>
                  <a:pt x="2821" y="0"/>
                </a:moveTo>
                <a:lnTo>
                  <a:pt x="6726" y="0"/>
                </a:lnTo>
                <a:lnTo>
                  <a:pt x="0" y="10317"/>
                </a:lnTo>
                <a:lnTo>
                  <a:pt x="0" y="4326"/>
                </a:lnTo>
                <a:lnTo>
                  <a:pt x="2821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0000"/>
                  <a:lumOff val="40000"/>
                  <a:alpha val="19000"/>
                </a:schemeClr>
              </a:gs>
              <a:gs pos="100000">
                <a:schemeClr val="accent1">
                  <a:lumMod val="60000"/>
                  <a:lumOff val="40000"/>
                  <a:alpha val="0"/>
                </a:schemeClr>
              </a:gs>
            </a:gsLst>
            <a:lin ang="5400000" scaled="1"/>
            <a:tileRect/>
          </a:gradFill>
          <a:ln>
            <a:noFill/>
          </a:ln>
        </p:spPr>
        <p:txBody>
          <a:bodyPr vert="horz" wrap="square" lIns="68580" tIns="34290" rIns="68580" bIns="34290" numCol="1" anchor="t" anchorCtr="0" compatLnSpc="1">
            <a:noAutofit/>
          </a:bodyPr>
          <a:lstStyle/>
          <a:p>
            <a:pPr lvl="0"/>
            <a:endParaRPr lang="zh-CN" altLang="en-US" sz="1350">
              <a:cs typeface="微软雅黑" charset="-122"/>
            </a:endParaRPr>
          </a:p>
        </p:txBody>
      </p:sp>
      <p:sp>
        <p:nvSpPr>
          <p:cNvPr id="44" name="任意多边形: 形状 43"/>
          <p:cNvSpPr/>
          <p:nvPr userDrawn="1">
            <p:custDataLst>
              <p:tags r:id="rId13"/>
            </p:custDataLst>
          </p:nvPr>
        </p:nvSpPr>
        <p:spPr bwMode="auto">
          <a:xfrm>
            <a:off x="2461260" y="3529489"/>
            <a:ext cx="918686" cy="1226344"/>
          </a:xfrm>
          <a:custGeom>
            <a:avLst/>
            <a:gdLst>
              <a:gd name="T0" fmla="*/ 775 w 3269"/>
              <a:gd name="T1" fmla="*/ 3824 h 3824"/>
              <a:gd name="T2" fmla="*/ 3269 w 3269"/>
              <a:gd name="T3" fmla="*/ 0 h 3824"/>
              <a:gd name="T4" fmla="*/ 2494 w 3269"/>
              <a:gd name="T5" fmla="*/ 0 h 3824"/>
              <a:gd name="T6" fmla="*/ 0 w 3269"/>
              <a:gd name="T7" fmla="*/ 3824 h 3824"/>
              <a:gd name="T8" fmla="*/ 775 w 3269"/>
              <a:gd name="T9" fmla="*/ 3824 h 38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8109" h="10819">
                <a:moveTo>
                  <a:pt x="7056" y="0"/>
                </a:moveTo>
                <a:lnTo>
                  <a:pt x="8109" y="0"/>
                </a:lnTo>
                <a:lnTo>
                  <a:pt x="1053" y="10819"/>
                </a:lnTo>
                <a:lnTo>
                  <a:pt x="0" y="10819"/>
                </a:lnTo>
                <a:lnTo>
                  <a:pt x="7056" y="0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  <a:alpha val="0"/>
                </a:schemeClr>
              </a:gs>
            </a:gsLst>
            <a:lin ang="16200000" scaled="1"/>
            <a:tileRect/>
          </a:gradFill>
          <a:ln>
            <a:noFill/>
          </a:ln>
        </p:spPr>
        <p:txBody>
          <a:bodyPr vert="horz" wrap="square" lIns="68580" tIns="34290" rIns="68580" bIns="34290" numCol="1" anchor="t" anchorCtr="0" compatLnSpc="1">
            <a:noAutofit/>
          </a:bodyPr>
          <a:lstStyle/>
          <a:p>
            <a:endParaRPr lang="zh-CN" altLang="en-US" sz="1350">
              <a:cs typeface="微软雅黑" charset="-122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/>
            <p:custDataLst>
              <p:tags r:id="rId14"/>
            </p:custDataLst>
          </p:nvPr>
        </p:nvSpPr>
        <p:spPr>
          <a:xfrm>
            <a:off x="4772025" y="890588"/>
            <a:ext cx="3943350" cy="1944529"/>
          </a:xfrm>
        </p:spPr>
        <p:txBody>
          <a:bodyPr wrap="square" anchor="b">
            <a:normAutofit/>
          </a:bodyPr>
          <a:lstStyle>
            <a:lvl1pPr algn="r">
              <a:lnSpc>
                <a:spcPct val="100000"/>
              </a:lnSpc>
              <a:defRPr sz="4500">
                <a:solidFill>
                  <a:schemeClr val="tx1"/>
                </a:solidFill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15"/>
            </p:custDataLst>
          </p:nvPr>
        </p:nvSpPr>
        <p:spPr>
          <a:xfrm>
            <a:off x="4772025" y="3128486"/>
            <a:ext cx="3943350" cy="729139"/>
          </a:xfrm>
        </p:spPr>
        <p:txBody>
          <a:bodyPr wrap="square" anchor="t" anchorCtr="0">
            <a:normAutofit/>
          </a:bodyPr>
          <a:lstStyle>
            <a:lvl1pPr marL="0" indent="0" algn="r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16"/>
            </p:custDataLst>
          </p:nvPr>
        </p:nvSpPr>
        <p:spPr/>
        <p:txBody>
          <a:bodyPr wrap="square">
            <a:normAutofit/>
          </a:bodyPr>
          <a:lstStyle/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17"/>
            </p:custDataLst>
          </p:nvPr>
        </p:nvSpPr>
        <p:spPr/>
        <p:txBody>
          <a:bodyPr>
            <a:normAutofit/>
          </a:bodyPr>
          <a:lstStyle/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18"/>
            </p:custDataLst>
          </p:nvPr>
        </p:nvSpPr>
        <p:spPr>
          <a:xfrm>
            <a:off x="6457950" y="4767263"/>
            <a:ext cx="2057400" cy="273844"/>
          </a:xfrm>
        </p:spPr>
        <p:txBody>
          <a:bodyPr wrap="square">
            <a:normAutofit/>
          </a:bodyPr>
          <a:lstStyle/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tags" Target="../tags/tag24.xml"/><Relationship Id="rId8" Type="http://schemas.openxmlformats.org/officeDocument/2006/relationships/tags" Target="../tags/tag23.xml"/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2" Type="http://schemas.openxmlformats.org/officeDocument/2006/relationships/theme" Target="../theme/theme2.xml"/><Relationship Id="rId11" Type="http://schemas.openxmlformats.org/officeDocument/2006/relationships/tags" Target="../tags/tag26.xml"/><Relationship Id="rId10" Type="http://schemas.openxmlformats.org/officeDocument/2006/relationships/tags" Target="../tags/tag25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 panose="020B0604020202090204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 panose="020B060402020209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 panose="020B0604020202090204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 panose="020B0604020202090204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 panose="020B0604020202090204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 panose="020B0604020202090204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 panose="020B0604020202090204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 panose="020B0604020202090204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 userDrawn="1">
            <p:custDataLst>
              <p:tags r:id="rId2"/>
            </p:custDataLst>
          </p:nvPr>
        </p:nvSpPr>
        <p:spPr>
          <a:xfrm>
            <a:off x="0" y="-1905"/>
            <a:ext cx="9144000" cy="185261"/>
          </a:xfrm>
          <a:prstGeom prst="rect">
            <a:avLst/>
          </a:prstGeom>
          <a:gradFill>
            <a:gsLst>
              <a:gs pos="0">
                <a:schemeClr val="accent1">
                  <a:lumMod val="90000"/>
                </a:schemeClr>
              </a:gs>
              <a:gs pos="100000">
                <a:schemeClr val="accent1">
                  <a:lumMod val="9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>
              <a:latin typeface="微软雅黑" charset="-122"/>
              <a:cs typeface="微软雅黑" charset="-122"/>
            </a:endParaRPr>
          </a:p>
        </p:txBody>
      </p:sp>
      <p:sp>
        <p:nvSpPr>
          <p:cNvPr id="13" name="矩形 12"/>
          <p:cNvSpPr/>
          <p:nvPr userDrawn="1">
            <p:custDataLst>
              <p:tags r:id="rId3"/>
            </p:custDataLst>
          </p:nvPr>
        </p:nvSpPr>
        <p:spPr>
          <a:xfrm>
            <a:off x="0" y="4902994"/>
            <a:ext cx="9144000" cy="240506"/>
          </a:xfrm>
          <a:prstGeom prst="rect">
            <a:avLst/>
          </a:prstGeom>
          <a:gradFill>
            <a:gsLst>
              <a:gs pos="0">
                <a:schemeClr val="accent1">
                  <a:lumMod val="90000"/>
                </a:schemeClr>
              </a:gs>
              <a:gs pos="100000">
                <a:schemeClr val="accent1">
                  <a:lumMod val="9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350">
              <a:latin typeface="微软雅黑" charset="-122"/>
              <a:cs typeface="微软雅黑" charset="-122"/>
            </a:endParaRPr>
          </a:p>
        </p:txBody>
      </p:sp>
      <p:sp>
        <p:nvSpPr>
          <p:cNvPr id="14" name="任意多边形: 形状 8"/>
          <p:cNvSpPr/>
          <p:nvPr userDrawn="1">
            <p:custDataLst>
              <p:tags r:id="rId4"/>
            </p:custDataLst>
          </p:nvPr>
        </p:nvSpPr>
        <p:spPr bwMode="auto">
          <a:xfrm>
            <a:off x="8526304" y="-5715"/>
            <a:ext cx="316706" cy="370999"/>
          </a:xfrm>
          <a:custGeom>
            <a:avLst/>
            <a:gdLst>
              <a:gd name="T0" fmla="*/ 775 w 3269"/>
              <a:gd name="T1" fmla="*/ 3824 h 3824"/>
              <a:gd name="T2" fmla="*/ 3269 w 3269"/>
              <a:gd name="T3" fmla="*/ 0 h 3824"/>
              <a:gd name="T4" fmla="*/ 2494 w 3269"/>
              <a:gd name="T5" fmla="*/ 0 h 3824"/>
              <a:gd name="T6" fmla="*/ 0 w 3269"/>
              <a:gd name="T7" fmla="*/ 3824 h 3824"/>
              <a:gd name="T8" fmla="*/ 775 w 3269"/>
              <a:gd name="T9" fmla="*/ 3824 h 38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269" h="3824">
                <a:moveTo>
                  <a:pt x="775" y="3824"/>
                </a:moveTo>
                <a:lnTo>
                  <a:pt x="3269" y="0"/>
                </a:lnTo>
                <a:lnTo>
                  <a:pt x="2494" y="0"/>
                </a:lnTo>
                <a:lnTo>
                  <a:pt x="0" y="3824"/>
                </a:lnTo>
                <a:lnTo>
                  <a:pt x="775" y="3824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  <a:alpha val="0"/>
                </a:schemeClr>
              </a:gs>
            </a:gsLst>
            <a:lin ang="16200000" scaled="1"/>
            <a:tileRect/>
          </a:gradFill>
          <a:ln>
            <a:noFill/>
          </a:ln>
        </p:spPr>
        <p:txBody>
          <a:bodyPr vert="horz" wrap="square" lIns="68580" tIns="34290" rIns="68580" bIns="34290" numCol="1" anchor="t" anchorCtr="0" compatLnSpc="1"/>
          <a:lstStyle/>
          <a:p>
            <a:endParaRPr lang="zh-CN" altLang="en-US" sz="1350">
              <a:latin typeface="微软雅黑" charset="-122"/>
              <a:cs typeface="微软雅黑" charset="-122"/>
            </a:endParaRPr>
          </a:p>
        </p:txBody>
      </p:sp>
      <p:sp>
        <p:nvSpPr>
          <p:cNvPr id="15" name="任意多边形: 形状 10"/>
          <p:cNvSpPr/>
          <p:nvPr userDrawn="1">
            <p:custDataLst>
              <p:tags r:id="rId5"/>
            </p:custDataLst>
          </p:nvPr>
        </p:nvSpPr>
        <p:spPr bwMode="auto">
          <a:xfrm flipH="1" flipV="1">
            <a:off x="8526304" y="0"/>
            <a:ext cx="617696" cy="704374"/>
          </a:xfrm>
          <a:custGeom>
            <a:avLst/>
            <a:gdLst>
              <a:gd name="T0" fmla="*/ 0 w 1151"/>
              <a:gd name="T1" fmla="*/ 576 h 1312"/>
              <a:gd name="T2" fmla="*/ 0 w 1151"/>
              <a:gd name="T3" fmla="*/ 1312 h 1312"/>
              <a:gd name="T4" fmla="*/ 296 w 1151"/>
              <a:gd name="T5" fmla="*/ 1312 h 1312"/>
              <a:gd name="T6" fmla="*/ 1151 w 1151"/>
              <a:gd name="T7" fmla="*/ 0 h 1312"/>
              <a:gd name="T8" fmla="*/ 376 w 1151"/>
              <a:gd name="T9" fmla="*/ 0 h 1312"/>
              <a:gd name="T10" fmla="*/ 0 w 1151"/>
              <a:gd name="T11" fmla="*/ 576 h 131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</a:cxnLst>
            <a:rect l="0" t="0" r="r" b="b"/>
            <a:pathLst>
              <a:path w="1151" h="1312">
                <a:moveTo>
                  <a:pt x="0" y="576"/>
                </a:moveTo>
                <a:lnTo>
                  <a:pt x="0" y="1312"/>
                </a:lnTo>
                <a:lnTo>
                  <a:pt x="296" y="1312"/>
                </a:lnTo>
                <a:lnTo>
                  <a:pt x="1151" y="0"/>
                </a:lnTo>
                <a:lnTo>
                  <a:pt x="376" y="0"/>
                </a:lnTo>
                <a:lnTo>
                  <a:pt x="0" y="576"/>
                </a:lnTo>
                <a:close/>
              </a:path>
            </a:pathLst>
          </a:custGeom>
          <a:gradFill flip="none" rotWithShape="1"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60000"/>
                  <a:lumOff val="40000"/>
                  <a:alpha val="0"/>
                </a:schemeClr>
              </a:gs>
            </a:gsLst>
            <a:lin ang="5400000" scaled="1"/>
            <a:tileRect/>
          </a:gradFill>
          <a:ln>
            <a:noFill/>
          </a:ln>
        </p:spPr>
        <p:txBody>
          <a:bodyPr vert="horz" wrap="square" lIns="68580" tIns="34290" rIns="68580" bIns="34290" numCol="1" anchor="t" anchorCtr="0" compatLnSpc="1"/>
          <a:lstStyle/>
          <a:p>
            <a:pPr lvl="0"/>
            <a:endParaRPr lang="zh-CN" altLang="en-US" sz="1350">
              <a:latin typeface="微软雅黑" charset="-122"/>
              <a:cs typeface="微软雅黑" charset="-122"/>
            </a:endParaRPr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21970" y="270000"/>
            <a:ext cx="8100000" cy="54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7"/>
            </p:custDataLst>
          </p:nvPr>
        </p:nvSpPr>
        <p:spPr>
          <a:xfrm>
            <a:off x="521970" y="976312"/>
            <a:ext cx="8100000" cy="3655219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>
                <a:sym typeface="+mn-ea"/>
              </a:rPr>
              <a:t>第</a:t>
            </a:r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8"/>
            </p:custDataLst>
          </p:nvPr>
        </p:nvSpPr>
        <p:spPr>
          <a:xfrm>
            <a:off x="521970" y="4767263"/>
            <a:ext cx="2057400" cy="273844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微软雅黑" charset="-122"/>
                <a:cs typeface="微软雅黑" charset="-122"/>
              </a:defRPr>
            </a:lvl1pPr>
          </a:lstStyle>
          <a:p>
            <a:fld id="{5592522B-0F24-4480-B9DD-A9474A6880D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9"/>
            </p:custDataLst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微软雅黑" charset="-122"/>
                <a:cs typeface="微软雅黑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0"/>
            </p:custDataLst>
          </p:nvPr>
        </p:nvSpPr>
        <p:spPr>
          <a:xfrm>
            <a:off x="6565487" y="4767263"/>
            <a:ext cx="2057400" cy="273844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微软雅黑" charset="-122"/>
                <a:cs typeface="微软雅黑" charset="-122"/>
              </a:defRPr>
            </a:lvl1pPr>
          </a:lstStyle>
          <a:p>
            <a:fld id="{BE5F26B5-172A-4DC2-B0B7-181CFC56B87C}" type="slidenum">
              <a:rPr lang="zh-CN" altLang="en-US" smtClean="0"/>
            </a:fld>
            <a:endParaRPr lang="zh-CN" altLang="en-US"/>
          </a:p>
        </p:txBody>
      </p:sp>
      <p:sp>
        <p:nvSpPr>
          <p:cNvPr id="8" name="KSO_TEMPLATE" hidden="1"/>
          <p:cNvSpPr/>
          <p:nvPr userDrawn="1">
            <p:custDataLst>
              <p:tags r:id="rId11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35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微软雅黑" charset="-122"/>
          <a:ea typeface="+mj-ea"/>
          <a:cs typeface="微软雅黑" charset="-122"/>
        </a:defRPr>
      </a:lvl1pPr>
    </p:titleStyle>
    <p:bodyStyle>
      <a:lvl1pPr marL="171450" indent="-171450" algn="l" defTabSz="685800" rtl="0" eaLnBrk="1" latinLnBrk="0" hangingPunct="1">
        <a:lnSpc>
          <a:spcPct val="130000"/>
        </a:lnSpc>
        <a:spcBef>
          <a:spcPts val="75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微软雅黑" charset="-122"/>
          <a:ea typeface="+mn-ea"/>
          <a:cs typeface="微软雅黑" charset="-122"/>
        </a:defRPr>
      </a:lvl1pPr>
      <a:lvl2pPr marL="403860" indent="-154940" algn="l" defTabSz="685800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1500" kern="1200">
          <a:solidFill>
            <a:schemeClr val="tx1"/>
          </a:solidFill>
          <a:latin typeface="微软雅黑" charset="-122"/>
          <a:ea typeface="+mn-ea"/>
          <a:cs typeface="微软雅黑" charset="-122"/>
        </a:defRPr>
      </a:lvl2pPr>
      <a:lvl3pPr marL="599440" indent="-121285" algn="l" defTabSz="685800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微软雅黑" charset="-122"/>
          <a:ea typeface="+mn-ea"/>
          <a:cs typeface="微软雅黑" charset="-122"/>
        </a:defRPr>
      </a:lvl3pPr>
      <a:lvl4pPr marL="772795" indent="-111760" algn="l" defTabSz="685800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1200" kern="1200">
          <a:solidFill>
            <a:schemeClr val="tx1"/>
          </a:solidFill>
          <a:latin typeface="微软雅黑" charset="-122"/>
          <a:ea typeface="+mn-ea"/>
          <a:cs typeface="微软雅黑" charset="-122"/>
        </a:defRPr>
      </a:lvl4pPr>
      <a:lvl5pPr marL="926465" indent="-95250" algn="l" defTabSz="685800" rtl="0" eaLnBrk="1" latinLnBrk="0" hangingPunct="1">
        <a:lnSpc>
          <a:spcPct val="130000"/>
        </a:lnSpc>
        <a:spcBef>
          <a:spcPts val="0"/>
        </a:spcBef>
        <a:buFont typeface="Arial" panose="020B0604020202090204" pitchFamily="34" charset="0"/>
        <a:buChar char="•"/>
        <a:defRPr sz="1050" kern="1200">
          <a:solidFill>
            <a:schemeClr val="tx1"/>
          </a:solidFill>
          <a:latin typeface="微软雅黑" charset="-122"/>
          <a:ea typeface="+mn-ea"/>
          <a:cs typeface="微软雅黑" charset="-122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2.xml"/><Relationship Id="rId3" Type="http://schemas.openxmlformats.org/officeDocument/2006/relationships/tags" Target="../tags/tag29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/>
        </p:nvSpPr>
        <p:spPr>
          <a:xfrm>
            <a:off x="1371600" y="2914650"/>
            <a:ext cx="6400800" cy="13144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342900" rtl="0" eaLnBrk="1" latinLnBrk="0" hangingPunct="1">
              <a:spcBef>
                <a:spcPct val="20000"/>
              </a:spcBef>
              <a:buFont typeface="Arial" panose="020B0604020202090204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42900" indent="0" algn="ctr" defTabSz="342900" rtl="0" eaLnBrk="1" latinLnBrk="0" hangingPunct="1">
              <a:spcBef>
                <a:spcPct val="20000"/>
              </a:spcBef>
              <a:buFont typeface="Arial" panose="020B0604020202090204"/>
              <a:buNone/>
              <a:defRPr sz="2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342900" rtl="0" eaLnBrk="1" latinLnBrk="0" hangingPunct="1">
              <a:spcBef>
                <a:spcPct val="20000"/>
              </a:spcBef>
              <a:buFont typeface="Arial" panose="020B0604020202090204"/>
              <a:buNone/>
              <a:defRPr sz="1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342900" rtl="0" eaLnBrk="1" latinLnBrk="0" hangingPunct="1">
              <a:spcBef>
                <a:spcPct val="20000"/>
              </a:spcBef>
              <a:buFont typeface="Arial" panose="020B0604020202090204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342900" rtl="0" eaLnBrk="1" latinLnBrk="0" hangingPunct="1">
              <a:spcBef>
                <a:spcPct val="20000"/>
              </a:spcBef>
              <a:buFont typeface="Arial" panose="020B0604020202090204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342900" rtl="0" eaLnBrk="1" latinLnBrk="0" hangingPunct="1">
              <a:spcBef>
                <a:spcPct val="20000"/>
              </a:spcBef>
              <a:buFont typeface="Arial" panose="020B0604020202090204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342900" rtl="0" eaLnBrk="1" latinLnBrk="0" hangingPunct="1">
              <a:spcBef>
                <a:spcPct val="20000"/>
              </a:spcBef>
              <a:buFont typeface="Arial" panose="020B0604020202090204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342900" rtl="0" eaLnBrk="1" latinLnBrk="0" hangingPunct="1">
              <a:spcBef>
                <a:spcPct val="20000"/>
              </a:spcBef>
              <a:buFont typeface="Arial" panose="020B0604020202090204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342900" rtl="0" eaLnBrk="1" latinLnBrk="0" hangingPunct="1">
              <a:spcBef>
                <a:spcPct val="20000"/>
              </a:spcBef>
              <a:buFont typeface="Arial" panose="020B0604020202090204"/>
              <a:buNone/>
              <a:defRPr sz="15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buNone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4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lstStyle/>
          <a:p>
            <a:r>
              <a:rPr lang="zh-CN" altLang="zh-CN"/>
              <a:t>高速路高清摄像头蓝光检测</a:t>
            </a:r>
            <a:endParaRPr lang="zh-CN" altLang="zh-CN"/>
          </a:p>
        </p:txBody>
      </p:sp>
      <p:sp>
        <p:nvSpPr>
          <p:cNvPr id="5" name="副标题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lstStyle/>
          <a:p>
            <a:r>
              <a:rPr>
                <a:sym typeface="+mn-ea"/>
              </a:rPr>
              <a:t>问题理解与算法实现</a:t>
            </a:r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题目背景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高速卡口、龙门架、隧道等场景会采集车辆图像或视频帧</a:t>
            </a:r>
          </a:p>
          <a:p>
            <a:pPr lvl="0"/>
            <a:r>
              <a:t>夜间、逆光、雨雾条件下，车辆灯光和反光更明显</a:t>
            </a:r>
          </a:p>
          <a:p>
            <a:pPr lvl="0"/>
            <a:r>
              <a:t>画面中同时存在车灯蓝光、车身反光蓝光、号牌补光蓝光</a:t>
            </a:r>
          </a:p>
          <a:p>
            <a:pPr lvl="0"/>
            <a:r>
              <a:t>路牌、路灯、屏幕、地面反射也会形成虚假蓝光干扰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核心任务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检测画面中的车辆目标</a:t>
            </a:r>
          </a:p>
          <a:p>
            <a:pPr lvl="0"/>
            <a:r>
              <a:t>找到车辆相关的蓝光区域</a:t>
            </a:r>
          </a:p>
          <a:p>
            <a:pPr lvl="0"/>
            <a:r>
              <a:t>区分两类车辆蓝光：车灯蓝光、反光蓝光</a:t>
            </a:r>
          </a:p>
          <a:p>
            <a:pPr lvl="0"/>
            <a:r>
              <a:t>过滤非车辆产生的环境干扰蓝光</a:t>
            </a:r>
          </a:p>
          <a:p>
            <a:pPr lvl="0"/>
            <a:r>
              <a:t>输出车辆框、蓝光区域框、来源分类和统计信息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主要难点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远处车辆车身很暗，YOLO 可能漏检</a:t>
            </a:r>
          </a:p>
          <a:p>
            <a:pPr lvl="0"/>
            <a:r>
              <a:t>单纯找亮点会把路灯、路牌、地面标线全部检出</a:t>
            </a:r>
          </a:p>
          <a:p>
            <a:pPr lvl="0"/>
            <a:r>
              <a:t>车身反光属于车辆蓝光，但不能和车灯蓝光混为一类</a:t>
            </a:r>
          </a:p>
          <a:p>
            <a:pPr lvl="0"/>
            <a:r>
              <a:t>路面、柱体、屏幕反光虽然很亮，但不属于车辆蓝光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总体算法流程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图像预处理：去噪、亮度增强、提升夜间局部对比度</a:t>
            </a:r>
          </a:p>
          <a:p>
            <a:pPr lvl="0"/>
            <a:r>
              <a:t>车辆检测：使用 YOLOv8n 检测明显车辆</a:t>
            </a:r>
          </a:p>
          <a:p>
            <a:pPr lvl="0"/>
            <a:r>
              <a:t>蓝光候选提取：从亮度和局部对比度中提取高亮光斑</a:t>
            </a:r>
          </a:p>
          <a:p>
            <a:pPr lvl="0"/>
            <a:r>
              <a:t>车辆补检：用成对车灯反推远处小车候选</a:t>
            </a:r>
          </a:p>
          <a:p>
            <a:pPr lvl="0"/>
            <a:r>
              <a:t>来源分类：判断车灯蓝光、反光蓝光或环境干扰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图像预处理与蓝光候选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对输入图像进行高斯滤波，降低噪声</a:t>
            </a:r>
          </a:p>
          <a:p>
            <a:pPr lvl="0"/>
            <a:r>
              <a:t>在 LAB 空间对亮度通道做 CLAHE 增强</a:t>
            </a:r>
          </a:p>
          <a:p>
            <a:pPr lvl="0"/>
            <a:r>
              <a:t>根据灰度亮度分位数提取高亮区域</a:t>
            </a:r>
          </a:p>
          <a:p>
            <a:pPr lvl="0"/>
            <a:r>
              <a:t>使用局部背景差分保留相对周围突出的光斑</a:t>
            </a:r>
          </a:p>
          <a:p>
            <a:pPr lvl="0"/>
            <a:r>
              <a:t>通过面积、宽高比、填充率过滤异常亮块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车辆检测与补检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YOLOv8n 检测 car、bus、truck、motorcycle 等车辆类别</a:t>
            </a:r>
          </a:p>
          <a:p>
            <a:pPr lvl="0"/>
            <a:r>
              <a:t>对远处小车，利用左右成对车灯补充车辆候选</a:t>
            </a:r>
          </a:p>
          <a:p>
            <a:pPr lvl="0"/>
            <a:r>
              <a:t>成对车灯需满足水平接近、尺寸相近、间距合理</a:t>
            </a:r>
          </a:p>
          <a:p>
            <a:pPr lvl="0"/>
            <a:r>
              <a:t>反推车辆框后检查暗部比例和边缘结构</a:t>
            </a:r>
          </a:p>
          <a:p>
            <a:pPr lvl="0"/>
            <a:r>
              <a:t>缺少车身结构的地面反光、路牌亮点会被过滤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蓝光来源分类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蓝光候选必须与车辆存在可靠空间关系</a:t>
            </a:r>
          </a:p>
          <a:p>
            <a:pPr lvl="0"/>
            <a:r>
              <a:t>位于前灯/尾灯区域的小型强光核心：车灯蓝光</a:t>
            </a:r>
          </a:p>
          <a:p>
            <a:pPr lvl="0"/>
            <a:r>
              <a:t>根据横向位置识别左侧/右侧车灯</a:t>
            </a:r>
          </a:p>
          <a:p>
            <a:pPr lvl="0"/>
            <a:r>
              <a:t>位于车身、挡风玻璃、号牌附近：车辆反光蓝光</a:t>
            </a:r>
          </a:p>
          <a:p>
            <a:pPr lvl="0"/>
            <a:r>
              <a:t>位于路牌、路灯、屏幕、柱体、地面：环境干扰蓝光</a:t>
            </a:r>
          </a:p>
          <a:p>
            <a:pPr lvl="0"/>
            <a:r>
              <a:t>环境干扰不计入车辆蓝光统计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可视化与统计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绿色框：普通车辆</a:t>
            </a:r>
          </a:p>
          <a:p>
            <a:pPr lvl="0"/>
            <a:r>
              <a:t>红色框：蓝光车灯车辆</a:t>
            </a:r>
          </a:p>
          <a:p>
            <a:pPr lvl="0"/>
            <a:r>
              <a:t>黄色框：蓝光反光车辆</a:t>
            </a:r>
          </a:p>
          <a:p>
            <a:pPr lvl="0"/>
            <a:r>
              <a:t>蓝色小框：车辆蓝光区域</a:t>
            </a:r>
          </a:p>
          <a:p>
            <a:pPr lvl="0"/>
            <a:r>
              <a:t>统计字段：vehicles、lamp_blue、reflect_blue、blue_regions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方案特点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车辆优先，避免全图亮点误检</a:t>
            </a:r>
          </a:p>
          <a:p>
            <a:pPr lvl="0"/>
            <a:r>
              <a:t>同时识别车灯蓝光和车辆反光蓝光</a:t>
            </a:r>
          </a:p>
          <a:p>
            <a:pPr lvl="0"/>
            <a:r>
              <a:t>能补足远处车灯明显但车身较暗的小车</a:t>
            </a:r>
          </a:p>
          <a:p>
            <a:pPr lvl="0"/>
            <a:r>
              <a:t>通过车身结构验证过滤地面、路牌、灯箱等干扰</a:t>
            </a:r>
          </a:p>
          <a:p>
            <a:pPr lvl="0"/>
            <a:r>
              <a:t>算法轻量，适合课程作业演示和本地图片检测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TYPE" val="i"/>
  <p:tag name="KSO_WM_UNIT_INDEX" val="6"/>
  <p:tag name="KSO_WM_BEAUTIFY_FLAG" val="#wm#"/>
  <p:tag name="KSO_WM_TAG_VERSION" val="3.0"/>
  <p:tag name="KSO_WM_UNIT_ID" val="_1*i*6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1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3.xml><?xml version="1.0" encoding="utf-8"?>
<p:tagLst xmlns:p="http://schemas.openxmlformats.org/presentationml/2006/main">
  <p:tag name="KSO_WM_UNIT_TYPE" val="i"/>
  <p:tag name="KSO_WM_UNIT_INDEX" val="7"/>
  <p:tag name="KSO_WM_BEAUTIFY_FLAG" val="#wm#"/>
  <p:tag name="KSO_WM_TAG_VERSION" val="3.0"/>
  <p:tag name="KSO_WM_UNIT_ID" val="_1*i*7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4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1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5.xml><?xml version="1.0" encoding="utf-8"?>
<p:tagLst xmlns:p="http://schemas.openxmlformats.org/presentationml/2006/main">
  <p:tag name="KSO_WM_UNIT_TYPE" val="i"/>
  <p:tag name="KSO_WM_UNIT_INDEX" val="5"/>
  <p:tag name="KSO_WM_BEAUTIFY_FLAG" val="#wm#"/>
  <p:tag name="KSO_WM_TAG_VERSION" val="3.0"/>
  <p:tag name="KSO_WM_UNIT_ID" val="_1*i*5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6.xml><?xml version="1.0" encoding="utf-8"?>
<p:tagLst xmlns:p="http://schemas.openxmlformats.org/presentationml/2006/main">
  <p:tag name="KSO_WM_UNIT_TYPE" val="i"/>
  <p:tag name="KSO_WM_UNIT_INDEX" val="11"/>
  <p:tag name="KSO_WM_BEAUTIFY_FLAG" val="#wm#"/>
  <p:tag name="KSO_WM_TAG_VERSION" val="3.0"/>
  <p:tag name="KSO_WM_UNIT_ID" val="_1*i*1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7.xml><?xml version="1.0" encoding="utf-8"?>
<p:tagLst xmlns:p="http://schemas.openxmlformats.org/presentationml/2006/main">
  <p:tag name="KSO_WM_UNIT_TYPE" val="i"/>
  <p:tag name="KSO_WM_UNIT_INDEX" val="9"/>
  <p:tag name="KSO_WM_BEAUTIFY_FLAG" val="#wm#"/>
  <p:tag name="KSO_WM_TAG_VERSION" val="3.0"/>
  <p:tag name="KSO_WM_UNIT_ID" val="_1*i*9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8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1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9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1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0.xml><?xml version="1.0" encoding="utf-8"?>
<p:tagLst xmlns:p="http://schemas.openxmlformats.org/presentationml/2006/main">
  <p:tag name="KSO_WM_UNIT_TYPE" val="i"/>
  <p:tag name="KSO_WM_UNIT_INDEX" val="10"/>
  <p:tag name="KSO_WM_BEAUTIFY_FLAG" val="#wm#"/>
  <p:tag name="KSO_WM_TAG_VERSION" val="3.0"/>
  <p:tag name="KSO_WM_UNIT_ID" val="_1*i*1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1.xml><?xml version="1.0" encoding="utf-8"?>
<p:tagLst xmlns:p="http://schemas.openxmlformats.org/presentationml/2006/main">
  <p:tag name="KSO_WM_UNIT_TYPE" val="i"/>
  <p:tag name="KSO_WM_UNIT_INDEX" val="8"/>
  <p:tag name="KSO_WM_BEAUTIFY_FLAG" val="#wm#"/>
  <p:tag name="KSO_WM_TAG_VERSION" val="3.0"/>
  <p:tag name="KSO_WM_UNIT_ID" val="_1*i*8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2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编辑母版标题样式"/>
  <p:tag name="KSO_WM_UNIT_ID" val="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14"/>
</p:tagLst>
</file>

<file path=ppt/tags/tag13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PRESET_TEXT" val="单击此处编辑副标题"/>
  <p:tag name="KSO_WM_UNIT_ID" val="_1*b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UNIT_VALUE" val="38"/>
</p:tagLst>
</file>

<file path=ppt/tags/tag14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5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6.xml><?xml version="1.0" encoding="utf-8"?>
<p:tagLst xmlns:p="http://schemas.openxmlformats.org/presentationml/2006/main">
  <p:tag name="KSO_WM_UNIT_ID" val="_1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7.xml><?xml version="1.0" encoding="utf-8"?>
<p:tagLst xmlns:p="http://schemas.openxmlformats.org/presentationml/2006/main">
  <p:tag name="KSO_WM_UNIT_TYPE" val="i"/>
  <p:tag name="KSO_WM_UNIT_INDEX" val="1"/>
  <p:tag name="KSO_WM_BEAUTIFY_FLAG" val="#wm#"/>
  <p:tag name="KSO_WM_TAG_VERSION" val="3.0"/>
  <p:tag name="KSO_WM_UNIT_ID" val="_0*i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8.xml><?xml version="1.0" encoding="utf-8"?>
<p:tagLst xmlns:p="http://schemas.openxmlformats.org/presentationml/2006/main">
  <p:tag name="KSO_WM_UNIT_TYPE" val="i"/>
  <p:tag name="KSO_WM_UNIT_INDEX" val="2"/>
  <p:tag name="KSO_WM_BEAUTIFY_FLAG" val="#wm#"/>
  <p:tag name="KSO_WM_TAG_VERSION" val="3.0"/>
  <p:tag name="KSO_WM_UNIT_ID" val="_0*i*2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19.xml><?xml version="1.0" encoding="utf-8"?>
<p:tagLst xmlns:p="http://schemas.openxmlformats.org/presentationml/2006/main">
  <p:tag name="KSO_WM_UNIT_TYPE" val="i"/>
  <p:tag name="KSO_WM_UNIT_INDEX" val="3"/>
  <p:tag name="KSO_WM_BEAUTIFY_FLAG" val="#wm#"/>
  <p:tag name="KSO_WM_TAG_VERSION" val="3.0"/>
  <p:tag name="KSO_WM_UNIT_ID" val="_0*i*3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0.xml><?xml version="1.0" encoding="utf-8"?>
<p:tagLst xmlns:p="http://schemas.openxmlformats.org/presentationml/2006/main">
  <p:tag name="KSO_WM_UNIT_TYPE" val="i"/>
  <p:tag name="KSO_WM_UNIT_INDEX" val="4"/>
  <p:tag name="KSO_WM_BEAUTIFY_FLAG" val="#wm#"/>
  <p:tag name="KSO_WM_TAG_VERSION" val="3.0"/>
  <p:tag name="KSO_WM_UNIT_ID" val="_0*i*4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1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1.0"/>
  <p:tag name="KSO_WM_UNIT_PRESET_TEXT" val="单击此处编辑母版标题样式"/>
  <p:tag name="KSO_WM_UNIT_ID" val="_0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ISCONTENTSTITLE" val="0"/>
  <p:tag name="KSO_WM_TEMPLATE_CATEGORY" val="custom"/>
  <p:tag name="KSO_WM_TEMPLATE_INDEX" val="40495200"/>
</p:tagLst>
</file>

<file path=ppt/tags/tag22.xml><?xml version="1.0" encoding="utf-8"?>
<p:tagLst xmlns:p="http://schemas.openxmlformats.org/presentationml/2006/main">
  <p:tag name="KSO_WM_UNIT_TYPE" val="f"/>
  <p:tag name="KSO_WM_UNIT_SUBTYPE" val="a"/>
  <p:tag name="KSO_WM_UNIT_INDEX" val="1"/>
  <p:tag name="KSO_WM_BEAUTIFY_FLAG" val="#wm#"/>
  <p:tag name="KSO_WM_TAG_VERSION" val="1.0"/>
  <p:tag name="KSO_WM_UNIT_PRESET_TEXT" val="单击此处编辑母版文本样式&#10;第二级&#10;第三级&#10;第四级&#10;第五级"/>
  <p:tag name="KSO_WM_UNIT_ID" val="_0*f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UNIT_TEXT_LAYER_COUNT" val="1"/>
  <p:tag name="KSO_WM_TEMPLATE_CATEGORY" val="custom"/>
  <p:tag name="KSO_WM_TEMPLATE_INDEX" val="40495200"/>
</p:tagLst>
</file>

<file path=ppt/tags/tag23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4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5.xml><?xml version="1.0" encoding="utf-8"?>
<p:tagLst xmlns:p="http://schemas.openxmlformats.org/presentationml/2006/main">
  <p:tag name="KSO_WM_UNIT_ID" val="_0**"/>
  <p:tag name="KSO_WM_BEAUTIFY_FLAG" val="#wm#"/>
  <p:tag name="KSO_WM_TAG_VERSION" val="3.0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</p:tagLst>
</file>

<file path=ppt/tags/tag26.xml><?xml version="1.0" encoding="utf-8"?>
<p:tagLst xmlns:p="http://schemas.openxmlformats.org/presentationml/2006/main">
  <p:tag name="KSO_WM_TEMPLATE_SUBCATEGORY" val="29"/>
  <p:tag name="KSO_WM_TEMPLATE_COLOR_TYPE" val="0"/>
  <p:tag name="KSO_WM_TAG_VERSION" val="3.0"/>
  <p:tag name="KSO_WM_TEMPLATE_THUMBS_INDEX" val="1、9"/>
  <p:tag name="KSO_WM_BEAUTIFY_FLAG" val="#wm#"/>
  <p:tag name="KSO_WM_TEMPLATE_INDEX" val="40495200"/>
  <p:tag name="KSO_WM_TEMPLATE_CATEGORY" val="custom"/>
  <p:tag name="KSO_WM_TEMPLATE_MASTER_TYPE" val="0"/>
</p:tagLst>
</file>

<file path=ppt/tags/tag27.xml><?xml version="1.0" encoding="utf-8"?>
<p:tagLst xmlns:p="http://schemas.openxmlformats.org/presentationml/2006/main">
  <p:tag name="KSO_WM_UNIT_TYPE" val="a"/>
  <p:tag name="KSO_WM_UNIT_INDEX" val="1"/>
  <p:tag name="KSO_WM_BEAUTIFY_FLAG" val="#wm#"/>
  <p:tag name="KSO_WM_TAG_VERSION" val="3.0"/>
  <p:tag name="KSO_WM_UNIT_PRESET_TEXT" val="单击此处添加页面标题"/>
  <p:tag name="KSO_WM_UNIT_ID" val="custom40495200_1*a*1"/>
  <p:tag name="KSO_WM_UNIT_ISNUMDGMTITLE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5200"/>
  <p:tag name="KSO_WM_TEMPLATE_CATEGORY" val="custom"/>
  <p:tag name="KSO_WM_UNIT_ISCONTENTSTITLE" val="0"/>
</p:tagLst>
</file>

<file path=ppt/tags/tag28.xml><?xml version="1.0" encoding="utf-8"?>
<p:tagLst xmlns:p="http://schemas.openxmlformats.org/presentationml/2006/main">
  <p:tag name="KSO_WM_UNIT_TYPE" val="b"/>
  <p:tag name="KSO_WM_UNIT_INDEX" val="1"/>
  <p:tag name="KSO_WM_BEAUTIFY_FLAG" val="#wm#"/>
  <p:tag name="KSO_WM_TAG_VERSION" val="3.0"/>
  <p:tag name="KSO_WM_UNIT_ID" val="custom40495200_1*b*1"/>
  <p:tag name="KSO_WM_UNIT_ISNUMDGMTITLE" val="0"/>
  <p:tag name="KSO_WM_UNIT_HIGHLIGHT" val="0"/>
  <p:tag name="KSO_WM_UNIT_COMPATIBLE" val="0"/>
  <p:tag name="KSO_WM_UNIT_DIAGRAM_ISNUMVISUAL" val="0"/>
  <p:tag name="KSO_WM_UNIT_DIAGRAM_ISREFERUNIT" val="0"/>
  <p:tag name="KSO_WM_UNIT_LAYERLEVEL" val="1"/>
  <p:tag name="KSO_WM_TEMPLATE_INDEX" val="40495200"/>
  <p:tag name="KSO_WM_TEMPLATE_CATEGORY" val="custom"/>
  <p:tag name="KSO_WM_UNIT_ISCONTENTSTITLE" val="0"/>
  <p:tag name="KSO_WM_UNIT_TEXT_TYPE" val="1"/>
  <p:tag name="KSO_WM_UNIT_NOCLEAR" val="0"/>
  <p:tag name="KSO_WM_UNIT_PRESET_TEXT" val="单击此处添加你的文档副标题内容"/>
</p:tagLst>
</file>

<file path=ppt/tags/tag29.xml><?xml version="1.0" encoding="utf-8"?>
<p:tagLst xmlns:p="http://schemas.openxmlformats.org/presentationml/2006/main">
  <p:tag name="KSO_WM_SLIDE_TYPE" val="title"/>
  <p:tag name="KSO_WM_TEMPLATE_SUBCATEGORY" val="29"/>
  <p:tag name="KSO_WM_TEMPLATE_COLOR_TYPE" val="0"/>
  <p:tag name="KSO_WM_TAG_VERSION" val="3.0"/>
  <p:tag name="KSO_WM_SLIDE_SUBTYPE" val="pureTxt"/>
  <p:tag name="KSO_WM_SLIDE_ITEM_CNT" val="0"/>
  <p:tag name="KSO_WM_TEMPLATE_THUMBS_INDEX" val="1、9"/>
  <p:tag name="KSO_WM_BEAUTIFY_FLAG" val="#wm#"/>
  <p:tag name="KSO_WM_TEMPLATE_INDEX" val="40495200"/>
  <p:tag name="KSO_WM_TEMPLATE_CATEGORY" val="custom"/>
  <p:tag name="KSO_WM_SLIDE_INDEX" val="1"/>
  <p:tag name="KSO_WM_SLIDE_ID" val="custom40495200_1"/>
  <p:tag name="KSO_WM_TEMPLATE_MASTER_TYPE" val="0"/>
  <p:tag name="KSO_WM_SLIDE_LAYOUT" val="a_b"/>
  <p:tag name="KSO_WM_SLIDE_LAYOUT_CNT" val="1_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自定义 1176">
      <a:dk1>
        <a:srgbClr val="000000"/>
      </a:dk1>
      <a:lt1>
        <a:srgbClr val="FFFFFF"/>
      </a:lt1>
      <a:dk2>
        <a:srgbClr val="0066C6"/>
      </a:dk2>
      <a:lt2>
        <a:srgbClr val="F6F9FF"/>
      </a:lt2>
      <a:accent1>
        <a:srgbClr val="77C4FF"/>
      </a:accent1>
      <a:accent2>
        <a:srgbClr val="FF8F29"/>
      </a:accent2>
      <a:accent3>
        <a:srgbClr val="39E990"/>
      </a:accent3>
      <a:accent4>
        <a:srgbClr val="FFA728"/>
      </a:accent4>
      <a:accent5>
        <a:srgbClr val="24D3BA"/>
      </a:accent5>
      <a:accent6>
        <a:srgbClr val="55DD95"/>
      </a:accent6>
      <a:hlink>
        <a:srgbClr val="0563C1"/>
      </a:hlink>
      <a:folHlink>
        <a:srgbClr val="954D72"/>
      </a:folHlink>
    </a:clrScheme>
    <a:fontScheme name="自定义 26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927</Words>
  <Application>WPS 文字</Application>
  <PresentationFormat/>
  <Paragraphs>75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10</vt:i4>
      </vt:variant>
    </vt:vector>
  </HeadingPairs>
  <TitlesOfParts>
    <vt:vector size="24" baseType="lpstr">
      <vt:lpstr>Arial</vt:lpstr>
      <vt:lpstr>宋体</vt:lpstr>
      <vt:lpstr>Wingdings</vt:lpstr>
      <vt:lpstr>Arial</vt:lpstr>
      <vt:lpstr>Calibri</vt:lpstr>
      <vt:lpstr>Helvetica Neue</vt:lpstr>
      <vt:lpstr>宋体</vt:lpstr>
      <vt:lpstr>汉仪书宋二KW</vt:lpstr>
      <vt:lpstr>微软雅黑</vt:lpstr>
      <vt:lpstr>汉仪旗黑</vt:lpstr>
      <vt:lpstr>Arial Unicode MS</vt:lpstr>
      <vt:lpstr>微软雅黑</vt:lpstr>
      <vt:lpstr>Office Theme</vt:lpstr>
      <vt:lpstr>Office 主题​​</vt:lpstr>
      <vt:lpstr>高速路高清摄像头蓝光检测</vt:lpstr>
      <vt:lpstr>题目背景</vt:lpstr>
      <vt:lpstr>核心任务</vt:lpstr>
      <vt:lpstr>主要难点</vt:lpstr>
      <vt:lpstr>总体算法流程</vt:lpstr>
      <vt:lpstr>图像预处理与蓝光候选</vt:lpstr>
      <vt:lpstr>车辆检测与补检</vt:lpstr>
      <vt:lpstr>蓝光来源分类</vt:lpstr>
      <vt:lpstr>可视化与统计</vt:lpstr>
      <vt:lpstr>方案特点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高速路高清摄像头蓝光检测</dc:title>
  <dc:creator>问题理解与算法实现</dc:creator>
  <cp:lastModifiedBy>Stan</cp:lastModifiedBy>
  <cp:revision>1</cp:revision>
  <dcterms:created xsi:type="dcterms:W3CDTF">2026-05-17T15:21:44Z</dcterms:created>
  <dcterms:modified xsi:type="dcterms:W3CDTF">2026-05-17T15:21:44Z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3688B361DF49E35D08DD096AB80CD0A3_42</vt:lpwstr>
  </property>
  <property fmtid="{D5CDD505-2E9C-101B-9397-08002B2CF9AE}" pid="3" name="KSOProductBuildVer">
    <vt:lpwstr>2052-7.2.2.8955</vt:lpwstr>
  </property>
</Properties>
</file>